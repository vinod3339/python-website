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5D74-0277-C591-B290-640D00676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8727F-112D-2DFA-B557-7283D1754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80AE5-6844-A420-2B73-F51719CD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EB03-E27F-2FEF-4E07-09303CA6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17EB2-E0C0-66AB-1068-C99DE832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291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EA3E-D7F6-9609-74CC-1FE76BE1D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5241-9DAE-0AF9-3D3D-6E593AFC2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D9C4-3FEA-573F-F6C7-53142A01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1EC9-E564-CB32-2E3C-3C324E5A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215CA-A58D-ED85-5A2F-CC8D66901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0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BECD-1BA6-982F-3728-D0B8203B7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3C261-A2FA-D167-3B52-9FC7B237A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0D7F5-1E80-AF0A-EC5F-C65DC99F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29729-E1E8-E177-8058-D0735A54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91E79-B0F9-DA1B-B758-4A1649E2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53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2653-3A50-038C-AE3D-0AB684F5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D5C14-FB6F-8C42-9C06-B3A9CF6F3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4941C-F620-9F2F-3AE1-F7C5741FC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340EA-1096-A394-3801-F4ED3834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A458D-6969-8B70-6B1E-C9CFA51D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4CFED-571C-2072-F5B1-87E7249C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23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D71D-1068-8A89-34C3-5E3AEB4F2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7BC99-9C15-F076-8C48-A7353A2E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90722-284E-A772-7EFF-3DD119CCF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DD799-EF9C-79BA-37CA-B47D6001E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4C091-B1B2-CFA3-C0B0-74A309B99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5B66DA-BB3B-58FB-7414-43CCC2EA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7DB10-996E-CC63-B280-AB18E5D4D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55B18-84CE-3DDF-0090-4088BCFEC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48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5FF3-CAA0-071C-3765-64D71E50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9EAAD-0C31-E8C2-1C5A-C6FE14C7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BCE32-6DFE-3612-5ED6-6475BA63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D3D12-E1F7-7C94-4A0D-DD7A054A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5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1284F-50A6-AB5B-FDF8-FE4BDC65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8A22C-61B4-03BC-7C3F-C88EDE77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8607F-BCF6-F345-C774-4C50E2D2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08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E0EF-D3EA-1377-E31A-AC3E686D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8ABA9-F50D-6CF6-DFDF-EEF559E9E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3CADE-6873-4C0D-C5E0-199383F1A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84FB2-58AC-E96F-AAFB-570D7EBE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06831-47D3-1104-26E2-B681E112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8E8E9-0C16-EA07-AE5E-C0721CF36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12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CCFE-D21C-6637-73DE-A2F339B4B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C2B37-1BB8-CEBC-78A1-8AFEE8411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D4598-C671-9760-6DA8-20ABB4EA2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D7BBC-B2E5-E37A-2595-E6BDB0C4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9F6D2-133F-9211-991A-6BA0B39F2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F07C8-8C26-E19C-A092-6E98F2CB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11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BBDE-1164-90E3-0535-353DE9185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6C61E-4ACA-6299-EEB2-EBD543470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F5D3C-C5C4-CFDF-6C11-DC4BDBDD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37F42-B199-BEE1-8E5C-2D997B05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51B63-78FF-48A0-1EC3-76368A59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87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BFF12-3D2F-3715-3542-4919C193E0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93F95-624D-FFA5-52BA-57504A3AD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F4F96-6E96-355F-08CF-0E1831486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8C1E1-987A-9C29-20EC-A488243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F93F1-54CC-9433-E12D-8397145F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79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7192C-5B40-A336-6416-8D4BB6773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CE2A8-6F28-0780-CE3C-C24A9F8C4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AF901-D3D8-09F2-5F2F-302DEC786B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DEE8E-84EB-4E85-81FE-98F26724810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D0E9F-970B-92DB-1247-0819DE2C7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4DC14-735D-63A7-9123-E17C3ED35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4BEE0-1190-4619-8E5B-D504F76C4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40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455D-AD37-6024-D6DD-69223E45C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25D2F-F29C-3220-0C02-B6BE1424BB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functions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72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41F0-5CE0-9358-6EAD-1D1B59C1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9372A-F694-321E-3D5A-CABEE2157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six types of functions in python.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Built — in functions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User — defined functions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Recursion functions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Lambda functions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Higher — Order functions and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Generator functions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81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C544A-3EDE-5741-EE10-4F6D4BA91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2C54E8-35FB-463B-7150-F3D4AB0DF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311282"/>
              </p:ext>
            </p:extLst>
          </p:nvPr>
        </p:nvGraphicFramePr>
        <p:xfrm>
          <a:off x="838200" y="1621410"/>
          <a:ext cx="10515600" cy="52120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66014">
                  <a:extLst>
                    <a:ext uri="{9D8B030D-6E8A-4147-A177-3AD203B41FA5}">
                      <a16:colId xmlns:a16="http://schemas.microsoft.com/office/drawing/2014/main" val="1171370667"/>
                    </a:ext>
                  </a:extLst>
                </a:gridCol>
                <a:gridCol w="4191786">
                  <a:extLst>
                    <a:ext uri="{9D8B030D-6E8A-4147-A177-3AD203B41FA5}">
                      <a16:colId xmlns:a16="http://schemas.microsoft.com/office/drawing/2014/main" val="5294553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896248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92101276"/>
                    </a:ext>
                  </a:extLst>
                </a:gridCol>
              </a:tblGrid>
              <a:tr h="389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332450"/>
                  </a:ext>
                </a:extLst>
              </a:tr>
              <a:tr h="682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Built-in functions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 already provided by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print(), len(), sum()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673078"/>
                  </a:ext>
                </a:extLst>
              </a:tr>
              <a:tr h="682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User-defined functions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 created by the programmer using def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 add(a,b):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067279"/>
                  </a:ext>
                </a:extLst>
              </a:tr>
              <a:tr h="389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Recursive functions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function that calls itself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92577"/>
                  </a:ext>
                </a:extLst>
              </a:tr>
              <a:tr h="682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Lambda functions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anonymous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lambda x: x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342166"/>
                  </a:ext>
                </a:extLst>
              </a:tr>
              <a:tr h="682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Higher-order functions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 that accept or return other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map(), filter()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452051"/>
                  </a:ext>
                </a:extLst>
              </a:tr>
              <a:tr h="974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Generator functions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 that produce values one at a time using yield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yield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57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43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D772-5715-213E-0AB7-ABD0497E9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61694-22A5-7869-21D8-7A0484511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already provides many functions.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"Vinod"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print(name)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(name))</a:t>
            </a:r>
          </a:p>
        </p:txBody>
      </p:sp>
    </p:spTree>
    <p:extLst>
      <p:ext uri="{BB962C8B-B14F-4D97-AF65-F5344CB8AC3E}">
        <p14:creationId xmlns:p14="http://schemas.microsoft.com/office/powerpoint/2010/main" val="3538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3627-35A5-C794-0BA6-DBA5E9CD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3CFC0-42F0-5573-712C-BD35B007C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max(10, 20, 30)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min(10, 20, 30)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sum([10, 20, 30])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type(100)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abs(-25)</a:t>
            </a:r>
          </a:p>
        </p:txBody>
      </p:sp>
    </p:spTree>
    <p:extLst>
      <p:ext uri="{BB962C8B-B14F-4D97-AF65-F5344CB8AC3E}">
        <p14:creationId xmlns:p14="http://schemas.microsoft.com/office/powerpoint/2010/main" val="232646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A818-7A6B-E9FD-8740-6B90260E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7B8DA-6A36-48C9-B52D-BE8CFEE8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create your own function using def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a + b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result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= add(10, 20)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print(answer)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387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A508-FF04-E115-6023-85E2A956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E4EEB-01ED-969E-D2C6-CBF86EA70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recursive function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itself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factorial(n):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n == 0: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1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n * factorial(n - 1)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print(factorial(5))</a:t>
            </a:r>
          </a:p>
        </p:txBody>
      </p:sp>
    </p:spTree>
    <p:extLst>
      <p:ext uri="{BB962C8B-B14F-4D97-AF65-F5344CB8AC3E}">
        <p14:creationId xmlns:p14="http://schemas.microsoft.com/office/powerpoint/2010/main" val="2123337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4590-888C-24C1-97D8-62BD7B197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60AAE-0020-6516-0B7A-FEC3C6FAE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factorial(5)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× factorial(4)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× 4 × factorial(3)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× 4 × 3 × factorial(2)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× 4 × 3 × 2 × factorial(1)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× 4 × 3 × 2 × 1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91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Functions</vt:lpstr>
      <vt:lpstr>Functions</vt:lpstr>
      <vt:lpstr>Functions</vt:lpstr>
      <vt:lpstr>Built-in Functions</vt:lpstr>
      <vt:lpstr>Built-in Functions</vt:lpstr>
      <vt:lpstr>User-defined Functions</vt:lpstr>
      <vt:lpstr>Recursive Functions</vt:lpstr>
      <vt:lpstr>The process is: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1</cp:revision>
  <dcterms:created xsi:type="dcterms:W3CDTF">2026-09-09T07:09:09Z</dcterms:created>
  <dcterms:modified xsi:type="dcterms:W3CDTF">2026-09-09T07:09:29Z</dcterms:modified>
</cp:coreProperties>
</file>