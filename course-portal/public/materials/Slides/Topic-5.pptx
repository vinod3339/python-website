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4" r:id="rId12"/>
    <p:sldId id="268" r:id="rId13"/>
    <p:sldId id="269" r:id="rId14"/>
    <p:sldId id="270" r:id="rId15"/>
    <p:sldId id="272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0EF4-E13A-2CA3-A1C8-5D15F9090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F6B6D-357D-CDBA-099A-C2300B131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A6AE8-A7D8-03AF-5722-5A75DE87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10F43-27A0-623D-7088-451EEA24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1FABB-A9F7-11C3-A8AC-C7151421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9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C6C4-836D-5E56-CA06-C443F020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1680-0121-D1D5-59BB-AD7E4AC15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F1C93-DB7D-2B84-25BD-8DE077F5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92D03-92C3-4208-F452-3CDA921E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EAA4B-B337-D291-BAEC-7A2F4193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70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445F-E7FE-F1ED-53F2-EF03DF12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1BDE-5D12-1625-C0E9-5CFA77B4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C103D-0380-BF2D-B0DF-65935DCF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78C9-91B2-E397-57D6-B97C449E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BF4EB-09D4-CECB-60FB-EF0CF330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17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637F-F5B8-5880-D370-41467C22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4D1D-5216-069F-EEAE-21F674425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9CF6-D30A-28C1-9A5E-9061306FD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B2AAF-570E-505E-0351-BC17B9BE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2DAC1-1272-8F0D-8973-5A4CCD73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8146-8F7F-B1EF-CE8C-268DCCE3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9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68AA-993E-42F0-6873-740254B0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8DAEC-0FBF-BAB3-5C54-CC269F980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E2917-92B7-B346-A716-148BDCDA6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9201A-97E0-42BC-E709-877C570BB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96BF4-9F49-1992-23EC-58447B785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0A890-2479-8E51-B6D7-D59CD3DF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0EFB-A100-5027-DCD9-4BBBA02F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F9A36-8B84-EA4E-1C11-4D19D0E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9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08F9-5E96-DE4B-ABB6-BC4F4EEF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BA9FC-CE3F-9F69-2441-21BD37E6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0CD9A-D43A-32ED-286B-6FDF3890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F9A56-4F1B-6FBA-C8EE-4B5C81A5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317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1BE6B-A9A5-C1F6-72A7-BC412649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73A3F-2672-A6C8-8C7D-8D645966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33780-9EE8-EEA3-3231-B35A5359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91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BC72-91B1-4098-190F-E98B9B72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E57F-CF87-012C-4200-6830D8D90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54876-8D95-1CA7-0A57-7A83DC878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C673E-2C1E-FFD1-C7E0-AE1E0F5C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51625-7948-EBA6-40BC-9FC8FECA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40FBA-FF46-5BDA-FE77-DCA7D5B6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63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F7EC-08B1-3262-0CCB-5C4E8419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D4D14-2EAD-F33C-A7C1-01269C50F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6C570-4B21-DB3F-E322-E6498A93F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70B52-06E1-303F-A09D-F56C93E6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36164-A4DA-EC98-7BE7-75A377CD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E61CA-0697-9AF8-2586-C32677BB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54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4AD6-3507-2334-8ADC-0296B578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91D24-EB13-8816-47A3-506107765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D3661-0A5E-AE33-3038-1C766424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DAC2-8E19-7C1C-194C-39A622CC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69C4D-CB07-B26A-1803-D79060A0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26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3E70B-0431-E5C9-8120-76BA23826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ED5F4-AE57-5755-6F37-0D53519A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63C4-6BBB-653A-7924-171CDF3E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43A7-FC1D-ED58-8658-2E143B2A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AFF57-BAFD-6863-462C-C1662F24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7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A4985-0788-79A6-F22B-1325947D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912A8-94C0-331D-296F-D13A2CAE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A14C3-270C-25B7-772B-559D189CF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147B9-3CF4-44FB-8FD1-2A12DE784DE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F9569-EEF5-BE34-CF2F-F9EDEFB12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E26D9-B12A-3097-8E9A-1FC138322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79A8E-F5C4-433C-B866-0511F4018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82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89E0-F510-062A-2066-01365248B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229DA-D82D-C11D-4DEF-05D2C60BD0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48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A34-44B4-4CBE-0EBF-705EACDB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53E21-F48B-7087-9706-DA3C2BF0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6" y="1690688"/>
            <a:ext cx="10401693" cy="44862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a number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and nonnumeric values.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particular, Python programs can use integer values. The Python statement “print(4)” prints the value 4. The value 4 is an example of an integer expression.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other types of expressions besides integer expressions.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34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0F9F-F328-3950-C9BB-B8D126F2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3345-419A-62B4-D58E-FBBB5B6A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expression is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building block of a Python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4 by itself is not a complete Python statement and, therefore, cannot be a program.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interpreter, however, can evaluate a Python expression.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93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8ACF-C61D-A52A-13A7-E33536E8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7B96-5EA9-0522-380B-C25E35E57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type the enter 4 directly into the interactive interpreter shell: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63065-39CF-2C34-2228-70153D09E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72" y="3214539"/>
            <a:ext cx="8673045" cy="188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3F86-FCF9-8B6C-BD1E-85B40FD6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044A-FF96-7D0B-09A6-1DD1F8CFC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2" y="1489435"/>
            <a:ext cx="10448827" cy="468752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"19" is an example of a string value. A string is a sequence of characters. Strings most often contain nonnumeric characters: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FE81D-BEFF-D3F9-855E-5F97AB19F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51" y="3518556"/>
            <a:ext cx="6380867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0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BC0A-8281-5404-C7A6-2303CBC6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27110B-ABCD-0619-3861-9B572408B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44591"/>
            <a:ext cx="10515600" cy="117404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D59241-BA06-A216-A1A5-E70D1EEEF4B0}"/>
              </a:ext>
            </a:extLst>
          </p:cNvPr>
          <p:cNvSpPr txBox="1"/>
          <p:nvPr/>
        </p:nvSpPr>
        <p:spPr>
          <a:xfrm>
            <a:off x="763571" y="1380314"/>
            <a:ext cx="10086682" cy="117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14605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may not mix the two kinds of quotation marks when used to delimit a particular string, as the following interactive sequence shows: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1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603A4-8223-EDB8-610B-E60ED33E763C}"/>
              </a:ext>
            </a:extLst>
          </p:cNvPr>
          <p:cNvSpPr txBox="1"/>
          <p:nvPr/>
        </p:nvSpPr>
        <p:spPr>
          <a:xfrm>
            <a:off x="952106" y="593889"/>
            <a:ext cx="1054230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interpreter’s output always uses single quotes, but it accepts either single or double quotes as valid input. Consider the following interaction sequence: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02D58-10FA-5DBA-C30E-53C59EEF3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01" y="2017335"/>
            <a:ext cx="10542309" cy="40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4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002E-6267-FCCF-FB7F-0AF8239B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2C7F5-9F8E-0307-4635-E644E27C2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the expressions 4 and '4' are different. One is an integer expression and the other is a string expression.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expressions in Python have a type.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of an expression indicates the kind of expression it is.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expression’s type is sometimes denoted as its class.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 we have considered only integers and strings.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3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3246-51A1-E59D-A442-DF2CEDD4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80E5-7660-9EAE-E7D7-942109C2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973586" cy="47535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built in type function reveals the type of any Python expression: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70161-E7AD-A0C9-322C-528B58FB3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62" y="3240304"/>
            <a:ext cx="7249213" cy="18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7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81ED-FBC4-9FC0-A7C2-AC7FC538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6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Integer and String Values, Boolean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B797-40A9-2BBC-46AA-C3F6CA324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706" y="1074657"/>
            <a:ext cx="10515600" cy="48572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associates the type name int with integer expressions and str with string expressions.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built-in int function creates an actual integer object from a string that looks like an integer, and the str function creates a string object from the digits that make up an integer: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9C99C-188B-3ED9-70FF-FDEC03B63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87" y="4337308"/>
            <a:ext cx="10305019" cy="23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7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0519C6-0CD3-796E-C5AA-2E53AFF92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55" y="1121790"/>
            <a:ext cx="1075598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25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62D50-38DC-865D-FF31-A1528A80E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756" y="2388853"/>
            <a:ext cx="9596487" cy="2080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39550-861F-16DC-15C9-7741DACEF058}"/>
              </a:ext>
            </a:extLst>
          </p:cNvPr>
          <p:cNvSpPr txBox="1"/>
          <p:nvPr/>
        </p:nvSpPr>
        <p:spPr>
          <a:xfrm>
            <a:off x="1297756" y="1385740"/>
            <a:ext cx="9411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spcBef>
                <a:spcPts val="800"/>
              </a:spcBef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plus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operator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(+) works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differently for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strings;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consider: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1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EDB77-B60A-8271-9066-1A46BAF97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8" y="2426503"/>
            <a:ext cx="11142482" cy="36264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C8901D-CAF8-DAA4-7CF6-B4BFAF49C905}"/>
              </a:ext>
            </a:extLst>
          </p:cNvPr>
          <p:cNvSpPr txBox="1"/>
          <p:nvPr/>
        </p:nvSpPr>
        <p:spPr>
          <a:xfrm>
            <a:off x="1197204" y="1036948"/>
            <a:ext cx="9888718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17145" algn="just">
              <a:lnSpc>
                <a:spcPct val="150000"/>
              </a:lnSpc>
              <a:spcBef>
                <a:spcPts val="905"/>
              </a:spcBef>
              <a:buNone/>
            </a:pP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plus operator splices two strings together in a process known as concatenation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Mixing the two types directly is not allowed: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2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672A6-5D36-F7A8-ED00-E9CD5B646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066" y="1722658"/>
            <a:ext cx="11019934" cy="3978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01D12E-C8BF-08FF-BA78-72EDD29A75C9}"/>
              </a:ext>
            </a:extLst>
          </p:cNvPr>
          <p:cNvSpPr txBox="1"/>
          <p:nvPr/>
        </p:nvSpPr>
        <p:spPr>
          <a:xfrm>
            <a:off x="1055801" y="801279"/>
            <a:ext cx="10114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" marR="0">
              <a:spcBef>
                <a:spcPts val="910"/>
              </a:spcBef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 function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determine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type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 complicated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expressions: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564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8C56-60C2-5352-5FCA-0CE2469B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72F9-72F5-2E79-8D04-E2BEE199B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68" y="1470582"/>
            <a:ext cx="10345132" cy="470638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expressions evaluate to numeric values;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expression, sometimes called a predicate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have only one of two possible values: false or true.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Boolean comes from the name of the British mathematician George Boole.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branch of discrete mathematics called Boolean algebra is dedicated to the study of the properties and the manipulation of logical expressions.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64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BAAD1-CD96-A5C3-28A5-692210B39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37" y="1112362"/>
            <a:ext cx="10704157" cy="345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60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4">
            <a:extLst>
              <a:ext uri="{FF2B5EF4-FFF2-40B4-BE49-F238E27FC236}">
                <a16:creationId xmlns:a16="http://schemas.microsoft.com/office/drawing/2014/main" id="{B0A136A5-F84F-C003-B264-E109D7D40AD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3511" y="273378"/>
            <a:ext cx="9624766" cy="583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48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E474F-EA2C-811A-3065-A28E3FD85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001" y="491235"/>
            <a:ext cx="9883997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9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522</Words>
  <Application>Microsoft Office PowerPoint</Application>
  <PresentationFormat>Widescreen</PresentationFormat>
  <Paragraphs>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Types: Integer and String Values, Boolean </vt:lpstr>
      <vt:lpstr>Types: Integer and String Values, Boolean </vt:lpstr>
      <vt:lpstr>Types: Integer and String Values, Boolean </vt:lpstr>
      <vt:lpstr>Types: Integer and String Values, Boolean </vt:lpstr>
      <vt:lpstr>Types: Integer and String Values, Boolean </vt:lpstr>
      <vt:lpstr>Types: Integer and String Values, Boolean </vt:lpstr>
      <vt:lpstr>PowerPoint Presentation</vt:lpstr>
      <vt:lpstr>Types: Integer and String Values, Boolean </vt:lpstr>
      <vt:lpstr>Types: Integer and String Values, Boolean </vt:lpstr>
      <vt:lpstr>Types: Integer and String Values, Boolean </vt:lpstr>
      <vt:lpstr>PowerPoint Presentation</vt:lpstr>
      <vt:lpstr>PowerPoint Presentation</vt:lpstr>
      <vt:lpstr>PowerPoint Presentation</vt:lpstr>
      <vt:lpstr>PowerPoint Presentation</vt:lpstr>
      <vt:lpstr>Boolean Expressions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3</cp:revision>
  <dcterms:created xsi:type="dcterms:W3CDTF">2026-07-23T08:46:59Z</dcterms:created>
  <dcterms:modified xsi:type="dcterms:W3CDTF">2026-07-30T11:10:54Z</dcterms:modified>
</cp:coreProperties>
</file>