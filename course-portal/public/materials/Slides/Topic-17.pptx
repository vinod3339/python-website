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0EFE-3F18-C860-C5B1-F691C9D61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DB3C0-ED43-7B25-4232-B88B76625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DC0A3-48A5-6394-F6CF-4B101BCB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689EB-27AA-C867-E9E1-E2FA5163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70DDB-EA17-76DE-A18C-D4F940BF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48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F69B-51C8-AAF2-40E9-86A26575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DAAC0-551C-143F-1A2D-1D0BEE11C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33DD6-6D44-BB9D-DAF3-A1A60365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12B6E-8BAF-EEBB-5DFF-1509E0E8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44BEB-6708-661E-0EC9-5D2B3FCB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48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14B0-B2BD-ADE6-7DB6-A4A7683C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9CF43-7FB1-CBB3-1A17-7CC3E304A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A8563-C364-2138-5815-11CFCC9DA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B9C93-7283-B9D1-8BA1-A475D400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957FC-F415-8300-784B-9BB3744D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43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08BE-217B-3B3F-9AB9-A9142292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946A-8D9F-6E0C-F7C9-5632715AB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EC021-B2EB-A172-1A1F-4E1C237B9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8C3B5-81C0-C8F1-4065-0063D95B0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B2440-7B35-F756-AFF2-E580DA53E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E2F5F-96FB-D2BC-7E6B-4FA4FFD5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37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B40F4-5C54-4964-D61D-05A58A9C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42E6C-5F28-2B0A-816F-2003B884C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77721-21A1-7C6B-5201-544E9F848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2BB725-7C7A-2E8E-CFCF-C8EC6A2B6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81AFB-D810-B604-BBF6-494201AD9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BFE9C-C56F-A10C-645A-E5427E1D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C6AD7F-2AD5-812A-073D-AE1CC1F1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D0C47-D4FB-C458-9E38-8C5DE51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1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2CA2-C35B-DA25-C885-869BFB02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5F734-DE1C-5500-B6D7-70435B64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213CA-B0A2-3526-6363-8656C786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4A492-7258-A105-FB19-DCD41EA2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08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80BD40-B690-E87B-6C2A-CCC9E6FC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9B0F1-FDF6-8037-663D-1DA211BA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48E07-ECE7-970D-6445-BFC3B421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01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E4C4-7DF2-AF74-2A34-EF842241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96170-5146-0D3B-7CDD-5E4313247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FABDA-9A65-E096-3369-574FABDC5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CF1D6-3327-FDCD-3B6B-B09DD1443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6AD2C-C5E1-1F3B-DA64-E0D9B521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CA201-5030-8DC6-21C2-C7342F35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16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24DA-989A-5529-6E5A-98F6318D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D5825-676E-0234-1C54-62D9D5490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24AEF-EE51-F87B-100A-39E1417F4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2462C-7865-03A0-C946-4614D43E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550AC-2CD4-99B6-DD04-8B9A0C02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14314-6108-2E4D-C5C0-E8394DC4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942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56CE-4BDE-3BCB-B4ED-CA32998C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F4B38-3A6B-6458-D19F-61CCE29A3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17416-7CC0-43F4-3062-20375CAE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60453-E892-A206-B855-B62C4E46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3E72-F38A-D361-4F56-C780CC56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60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519D6-2F3D-E415-CB96-62BD9DFEE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AA740-8636-D6FB-B0D6-5ADD32FED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4A9DB-F515-24B2-374A-CF51C32E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6B46C-4700-1914-7B32-79DCF1E11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416D-FCBC-756E-31A6-223135DA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89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D8239-23DB-2531-4D7E-394B57027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9A499-A139-B5F9-5549-511FE09B7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C5CC1-885F-7951-7023-7BE6A86D7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9F3BC-35EB-4B8D-82C8-872B97DE370A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D1FB9-6260-5996-D2C3-12EB825EE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88A1A-B762-37DD-20C8-1114499CC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BA297-8327-49F1-A0E5-66BDF0EB6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92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4AE9-1DDE-04F0-32C6-01F41ABA08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C602C-1505-CC13-BD92-B318F30BC2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 III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84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FF17-6917-5D0E-75AE-89C56A989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638E-5CA4-77EB-653F-FCEA69BDA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reusable block of code that performs a specific task.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help make programs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modular, readable, reusable, and easier to debug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allows us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the bigger problems into smaller modules. </a:t>
            </a:r>
          </a:p>
        </p:txBody>
      </p:sp>
    </p:spTree>
    <p:extLst>
      <p:ext uri="{BB962C8B-B14F-4D97-AF65-F5344CB8AC3E}">
        <p14:creationId xmlns:p14="http://schemas.microsoft.com/office/powerpoint/2010/main" val="3959397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EE95-DCD0-62F5-9AC3-24989EDE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20804-B317-1B81-C150-E7F7F3624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defined using the def keyword.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# statements</a:t>
            </a:r>
          </a:p>
        </p:txBody>
      </p:sp>
    </p:spTree>
    <p:extLst>
      <p:ext uri="{BB962C8B-B14F-4D97-AF65-F5344CB8AC3E}">
        <p14:creationId xmlns:p14="http://schemas.microsoft.com/office/powerpoint/2010/main" val="1921329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C29EB-5E68-CC43-DB79-BD933E24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DAC2-C960-828C-E756-2B7740F88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greet():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print("Hello, Python!")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greet()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Hello, Python!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0E6D64-E961-D7BE-70B0-8FB3DB686557}"/>
              </a:ext>
            </a:extLst>
          </p:cNvPr>
          <p:cNvSpPr/>
          <p:nvPr/>
        </p:nvSpPr>
        <p:spPr>
          <a:xfrm>
            <a:off x="4722829" y="1894788"/>
            <a:ext cx="6806151" cy="36953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alt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keyword used to define a function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greet</a:t>
            </a:r>
            <a:r>
              <a:rPr lang="en-US" alt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function name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parentheses for parameters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starts the function body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greet()</a:t>
            </a:r>
            <a:r>
              <a:rPr lang="en-US" alt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calls the function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519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52D4F-48A4-99A5-0921-EA6BE156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A717-C34E-9658-40A5-D33BBE473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 function does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execute it. We need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function.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welcome():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print("Welcome to Machine Learning")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welcome()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function can be called multiple times.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689C35-341F-EE00-BF4A-4F66F0BAFC23}"/>
              </a:ext>
            </a:extLst>
          </p:cNvPr>
          <p:cNvSpPr/>
          <p:nvPr/>
        </p:nvSpPr>
        <p:spPr>
          <a:xfrm>
            <a:off x="6853287" y="2686639"/>
            <a:ext cx="4703975" cy="22530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Welcome to Machine Learning</a:t>
            </a:r>
          </a:p>
          <a:p>
            <a:pPr algn="ctr"/>
            <a:r>
              <a:rPr lang="en-US"/>
              <a:t>Welcome to Machine Learning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5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96A2A-B133-7804-C11A-2F4C28D53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with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1A081-CDD4-2A77-4F54-98824F680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allow us to pass data into a function.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greet(name):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print("Hello", name)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greet(“Rohith")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greet("Rahul")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is a </a:t>
            </a: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Rohith " and "Rahul" are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  <a:endParaRPr 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FE8116-E22D-A60B-18AD-29DFD189A046}"/>
              </a:ext>
            </a:extLst>
          </p:cNvPr>
          <p:cNvSpPr/>
          <p:nvPr/>
        </p:nvSpPr>
        <p:spPr>
          <a:xfrm>
            <a:off x="5231876" y="2498103"/>
            <a:ext cx="5693790" cy="27714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Rohith</a:t>
            </a:r>
          </a:p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Rahul</a:t>
            </a:r>
          </a:p>
        </p:txBody>
      </p:sp>
    </p:spTree>
    <p:extLst>
      <p:ext uri="{BB962C8B-B14F-4D97-AF65-F5344CB8AC3E}">
        <p14:creationId xmlns:p14="http://schemas.microsoft.com/office/powerpoint/2010/main" val="196997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936A-546E-F7D5-4756-9A8D63B3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vs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5D50-8537-ACD0-357D-2B9A835DA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print(a + b)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and b → parameters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add(10, 20)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and 20 → arguments</a:t>
            </a:r>
          </a:p>
        </p:txBody>
      </p:sp>
    </p:spTree>
    <p:extLst>
      <p:ext uri="{BB962C8B-B14F-4D97-AF65-F5344CB8AC3E}">
        <p14:creationId xmlns:p14="http://schemas.microsoft.com/office/powerpoint/2010/main" val="1201320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E25BB-8708-0706-3CF3-15AD3D631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Arguments in Python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F2369-2BE2-06E9-5245-575C3E0D5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types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Arguments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Arguments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Arguments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Variable-Length Arguments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6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A8BD-D80A-8503-C470-2DEE15B2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Positional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8D49E-2638-0799-6290-49E78CAB1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1" y="1357460"/>
            <a:ext cx="10590229" cy="481950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 are matched with parameters according to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student(name, age):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print("Name:", name)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print("Age:", age)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student("Vinod", 25)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argument goes to name, and the second goes to age.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EB3ACE7-C36C-FA62-B75A-366981744116}"/>
              </a:ext>
            </a:extLst>
          </p:cNvPr>
          <p:cNvSpPr/>
          <p:nvPr/>
        </p:nvSpPr>
        <p:spPr>
          <a:xfrm>
            <a:off x="6221691" y="2705493"/>
            <a:ext cx="4194928" cy="24792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Vinod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25</a:t>
            </a:r>
          </a:p>
        </p:txBody>
      </p:sp>
    </p:spTree>
    <p:extLst>
      <p:ext uri="{BB962C8B-B14F-4D97-AF65-F5344CB8AC3E}">
        <p14:creationId xmlns:p14="http://schemas.microsoft.com/office/powerpoint/2010/main" val="2656166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4F5F-C754-EA19-1A90-BDF27B2D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C8F12-09AE-FAA6-029C-6345A891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explicitly specify the parameter name.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student(name, age):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print("Name:", name)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print("Age:", age)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student(age=25, name="Vinod")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order doesn't matter because the parameter names are specified.</a:t>
            </a:r>
            <a:endParaRPr lang="en-IN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37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88C11-9AD1-A1AE-C34E-39B113345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BD86-38B7-1806-5B47-1541D4D9D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740"/>
            <a:ext cx="10515600" cy="47912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employee(name, department, salary):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print(name)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print(department)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print(salary)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name="Vinod",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salary=10000,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department="AI"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811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CF99-10B5-BDEB-C4CF-83BFEFEA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F1AF-549F-D44D-3E6B-5A8A2C0F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parameter can have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greet(name="Student"):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print("Hello", name)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greet()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greet("Vinod")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argument is supplied, the default value is used.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FD1BEF-4109-5A33-1E53-3EBBFEE0BF11}"/>
              </a:ext>
            </a:extLst>
          </p:cNvPr>
          <p:cNvSpPr/>
          <p:nvPr/>
        </p:nvSpPr>
        <p:spPr>
          <a:xfrm>
            <a:off x="6787299" y="1602558"/>
            <a:ext cx="4298623" cy="32616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Student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Vinod</a:t>
            </a:r>
          </a:p>
        </p:txBody>
      </p:sp>
    </p:spTree>
    <p:extLst>
      <p:ext uri="{BB962C8B-B14F-4D97-AF65-F5344CB8AC3E}">
        <p14:creationId xmlns:p14="http://schemas.microsoft.com/office/powerpoint/2010/main" val="4066085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0035-C9B4-7A27-1B0A-3AF946B8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Variable-Length Arguments - *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22626-A517-C51E-9BE7-E46EBD5E2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282"/>
            <a:ext cx="10515600" cy="463568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we don't know how many arguments will be passed.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add_numbers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(*numbers):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total = 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 number in numbers: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total += number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print("Total:", total)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add_numbers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(10, 20)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add_numbers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(10, 20, 30)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add_numbers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(10, 20, 30, 40, 50)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8082C1-9FD0-5F76-74CA-53758F93A185}"/>
              </a:ext>
            </a:extLst>
          </p:cNvPr>
          <p:cNvSpPr/>
          <p:nvPr/>
        </p:nvSpPr>
        <p:spPr>
          <a:xfrm>
            <a:off x="6693031" y="2790334"/>
            <a:ext cx="4025245" cy="2526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30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60</a:t>
            </a:r>
          </a:p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 150</a:t>
            </a:r>
          </a:p>
        </p:txBody>
      </p:sp>
    </p:spTree>
    <p:extLst>
      <p:ext uri="{BB962C8B-B14F-4D97-AF65-F5344CB8AC3E}">
        <p14:creationId xmlns:p14="http://schemas.microsoft.com/office/powerpoint/2010/main" val="85743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5D49-09DD-5490-9333-D7B4A744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Variable-Length Arguments - *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F349-233D-B5BB-13A4-0A2904E52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the arguments as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show(*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show(10, 20, 30)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1B4ACC-8D83-382B-1E26-A1FD33B54BCB}"/>
              </a:ext>
            </a:extLst>
          </p:cNvPr>
          <p:cNvSpPr/>
          <p:nvPr/>
        </p:nvSpPr>
        <p:spPr>
          <a:xfrm>
            <a:off x="6096000" y="2516957"/>
            <a:ext cx="5037056" cy="2309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(10, 20, 30)</a:t>
            </a:r>
          </a:p>
        </p:txBody>
      </p:sp>
    </p:spTree>
    <p:extLst>
      <p:ext uri="{BB962C8B-B14F-4D97-AF65-F5344CB8AC3E}">
        <p14:creationId xmlns:p14="http://schemas.microsoft.com/office/powerpoint/2010/main" val="296023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2492-3B96-00BE-E6D6-2F9465F1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Variable-Length Keyword Arguments — **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F27E-2521-BEA7-1C4C-028ED967D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 to pass an arbitrary number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arguments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(**details):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print(details)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name="Vinod",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age=25,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course="Machine Learning"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stores the values as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BFAC24-D588-8112-131C-F482AA31C564}"/>
              </a:ext>
            </a:extLst>
          </p:cNvPr>
          <p:cNvSpPr/>
          <p:nvPr/>
        </p:nvSpPr>
        <p:spPr>
          <a:xfrm>
            <a:off x="3525625" y="2422689"/>
            <a:ext cx="8182466" cy="32616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{'name': 'Vinod', 'age': 25, 'course': 'Machine Learning'}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46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C774-3E81-0D2A-471F-DFABFE8F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Iterating over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BF87D-E01C-FCAF-CD1E-95D199D02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7063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(**details):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 key, value in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details.items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print(key, ":", value)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name="Vinod",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age=25,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course="Machine Learning"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667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DCB3-6EA0-D1B8-E497-A48B1593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Values from a Function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BA8D4-6203-6998-3736-698C5DF5D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can return a result using return.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+ b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result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 = add(10, 20)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print(answer)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3C2289-83B5-6ACA-EB15-7C04854FCF16}"/>
              </a:ext>
            </a:extLst>
          </p:cNvPr>
          <p:cNvSpPr/>
          <p:nvPr/>
        </p:nvSpPr>
        <p:spPr>
          <a:xfrm>
            <a:off x="6278252" y="3073138"/>
            <a:ext cx="5222449" cy="28940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93478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</Words>
  <Application>Microsoft Office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Functions</vt:lpstr>
      <vt:lpstr>Function</vt:lpstr>
      <vt:lpstr>Defining a Function</vt:lpstr>
      <vt:lpstr>Defining a Function</vt:lpstr>
      <vt:lpstr>Calling a Function</vt:lpstr>
      <vt:lpstr>Function with Parameters</vt:lpstr>
      <vt:lpstr>Parameter vs Argument</vt:lpstr>
      <vt:lpstr>Types of Arguments in Python</vt:lpstr>
      <vt:lpstr>Positional Arguments</vt:lpstr>
      <vt:lpstr>Keyword Arguments</vt:lpstr>
      <vt:lpstr>Another example:</vt:lpstr>
      <vt:lpstr>Default Arguments</vt:lpstr>
      <vt:lpstr>Variable-Length Arguments - *args</vt:lpstr>
      <vt:lpstr>Variable-Length Arguments - *args</vt:lpstr>
      <vt:lpstr>Variable-Length Keyword Arguments — **kwargs</vt:lpstr>
      <vt:lpstr>Iterating over kwargs</vt:lpstr>
      <vt:lpstr>Returning Values from a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2026-09-08T04:08:47Z</dcterms:created>
  <dcterms:modified xsi:type="dcterms:W3CDTF">2026-09-08T04:09:10Z</dcterms:modified>
</cp:coreProperties>
</file>