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0CF7A-D0F8-FC0F-5C1D-4C25B4F6F9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BFAB67-4FDC-C7D2-746B-E3B3E78BC7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8D5748-02B6-6DFA-36CF-C6F1A63C56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5426EA-D581-44C5-78DC-4359F70714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3A108E-0AFE-6A56-318C-60714C1D5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4321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21E7F-DCCA-60D9-E352-911CB3551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CDC9D9-5FD1-05F5-3D6E-7F6829B16E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D5C899-5D92-C687-B7E0-EED90D3DEC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081B3A-EB38-5B03-EF64-8F99B10C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16476D-BFC2-458A-AFF1-54988955D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0224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3E349-3583-FD70-3722-A54E3E5FD7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7CEF17-ABEE-8A8B-4E26-B343265B3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495205-6EC3-56D6-5C30-7FC8A568D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3540E6-62F1-A5C2-9DAC-6A3BE73AFA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54C40F-24D8-D769-0598-337E9C65D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7460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BC4B64-E747-4685-C240-4A93B66C8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61F49E-D4FC-61C3-1367-C6F10041A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B4F8BE-9BAD-1970-71FE-649A3D05F7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5972B2-A92A-C656-4FDC-444EF7BA50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5F27FA-8683-4B2B-FCA2-BE806750E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C5DD59-7A7E-520B-F832-6EAA168CA9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13917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B78E5-9A4C-D0F4-02AE-EF4FCECD2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8300D4-1849-4435-E3A5-C6CD67898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810ECC-FBF8-2AF6-5931-8E451EF0CC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8AC9C47-C0DD-56F5-7182-4348D59A9E3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C188B-0030-B044-A00D-2A9E38C5AE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DB95E25-C344-D4A7-A109-59E88FCBED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BE9982-A5DD-AF1B-3942-ADB3EF34A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2419CF7-06D7-57EA-FC35-2371B1801E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56924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7B3EF0-81F5-3FD8-5A1F-C3A5DB821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D52233-F3D1-5197-1874-238A848D58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CFCB8-CD0E-0D34-BDEC-8603351F99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D41A53E-5C00-AB80-BA8D-AA3D812EA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6636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625F6D5-7D5D-EFA2-E21C-C3DEE4E7D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CF9DCF6-D967-1BAF-1EFA-3CF925B5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3269F-C53D-94FB-8226-63A4DC627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1585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A385-82F4-FE83-D384-0F3EC8AFE2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B8EE2-4DDB-3666-B455-9445F59C6A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9D98A6C-CA84-A90E-8408-FC710297F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2BF51-D9D0-3273-4E7F-8D0D6ECCA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6A1160-2457-77AD-C250-600331D6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EBA1A-6661-F981-9327-4EF47C09F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0195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299B0-CC46-5C1F-F2FE-5665F4CB1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18DEFC-1C78-BBC9-8EF5-3ECC59C5BD3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AFE3B0-0C18-CF23-D4B8-095F98AAEF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363017A-634D-5DB7-F0AB-A7EE1BD0AA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39F4D8-9A1C-38A9-8B2C-5169EB161F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55A902-0608-9781-89B7-6FC860218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06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912127-70B7-1C28-7FF0-40C183A0D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2CBEC7-41C1-9FE1-1919-505A5139C0E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1CB96-A097-5F7E-0149-232E82E7C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89CE3-EEC8-E3FB-FACA-49C7A8762C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B270B-99FD-A018-781D-E6521B8FA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67608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3680AB-6D56-3D72-7B7C-3B477A22AC2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A5FB6A-8AA2-BDF4-4230-7F9C8539E9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9C82A-2059-78C6-B281-E9886F5244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F60C2-8693-36F2-46DF-E03303D20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080E9D-4102-12EC-02F6-9A0299D64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08527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653EAD-9F22-E2CA-25A0-D6A14F3A85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96DDF3-6810-8AE6-04B9-15D36923F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BFFA80-FE5B-0BBC-9347-AB327C7372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570059-30DE-4646-835A-FDA71D231936}" type="datetimeFigureOut">
              <a:rPr lang="en-IN" smtClean="0"/>
              <a:t>31-08-2026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6458-2628-9A73-58FE-D28C2B2992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44757B-2574-7503-D1AD-627D0DD4C3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1F4596-E389-4EDD-8EEB-CF9BB44D53C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3269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4E73CE-6611-03BE-32C6-3179931A87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Regular Expressions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414979-3FB2-A9F4-043B-2302A6972F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Matching, Search and replace, Patterns.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24207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Content Placeholder 4">
            <a:extLst>
              <a:ext uri="{FF2B5EF4-FFF2-40B4-BE49-F238E27FC236}">
                <a16:creationId xmlns:a16="http://schemas.microsoft.com/office/drawing/2014/main" id="{F27B77A9-5FAD-C042-A4D8-57A32188CC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77592" y="280285"/>
            <a:ext cx="8333295" cy="58282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622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0B83E-0F48-BF05-6864-BEB7CB247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Regex?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6FED8-755C-A085-B336-D672B03B93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Regex(Regular Expression) is a pattern used to search, match, extract, replace, or validate text.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Instead of checking every character manually, we can describe the text we are looking for using a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compact pattern.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is especially useful when the text follows a recognizable structures such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numbers, words, email-like strings, dates, or specific character combinations.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781809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4ACC4-F039-C346-A095-68BE643CC1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do we Use Regex?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A9A500-C8B2-2B21-063F-7119254156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Regex makes many text-processing tasks easier.  It can be used to: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Search for a particular pattern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Extract useful information form text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Replace matching text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Validate user input</a:t>
            </a: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Find numbers, words, spaces, or symbols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applications include checking 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emails and phone numbers, validating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passowrds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finding dates,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extacting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IDs, and cleaning text.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2648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15242-A1F8-4D40-BE66-01FAE41AFF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Importing the re module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E7A6D-2C55-A407-9550-F631749FC2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provides the built-in re module for working with the regular expressions. No external installation is required.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import it before using Regex functions.</a:t>
            </a:r>
          </a:p>
          <a:p>
            <a:pPr>
              <a:lnSpc>
                <a:spcPct val="100000"/>
              </a:lnSpc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75997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F88F43F-59C7-5F94-398B-516FBE700A5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976012"/>
              </p:ext>
            </p:extLst>
          </p:nvPr>
        </p:nvGraphicFramePr>
        <p:xfrm>
          <a:off x="433633" y="131975"/>
          <a:ext cx="11557260" cy="6645896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3852420">
                  <a:extLst>
                    <a:ext uri="{9D8B030D-6E8A-4147-A177-3AD203B41FA5}">
                      <a16:colId xmlns:a16="http://schemas.microsoft.com/office/drawing/2014/main" val="4041946678"/>
                    </a:ext>
                  </a:extLst>
                </a:gridCol>
                <a:gridCol w="3852420">
                  <a:extLst>
                    <a:ext uri="{9D8B030D-6E8A-4147-A177-3AD203B41FA5}">
                      <a16:colId xmlns:a16="http://schemas.microsoft.com/office/drawing/2014/main" val="4074409971"/>
                    </a:ext>
                  </a:extLst>
                </a:gridCol>
                <a:gridCol w="3852420">
                  <a:extLst>
                    <a:ext uri="{9D8B030D-6E8A-4147-A177-3AD203B41FA5}">
                      <a16:colId xmlns:a16="http://schemas.microsoft.com/office/drawing/2014/main" val="3802395256"/>
                    </a:ext>
                  </a:extLst>
                </a:gridCol>
              </a:tblGrid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Meaning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526505312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 0–9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123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208343617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 digit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abc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4024364397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\w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Word character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7, _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2754398380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\W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a word character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@, #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766939788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\s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Whitespace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space, tab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906667754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\S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Non-whitespace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966372129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Any character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a, 1, @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668020533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Beginning of string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^Hello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997869527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$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End of string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world$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45982715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*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or more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a*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998065236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+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 or more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a+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738878895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?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 or 1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a?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929163564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{n}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Exactly n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\d{10}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4220977934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{n,m}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 to m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\d{2,4}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5610021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[]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Character set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[abc]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725678447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[^]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in set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[^0-9]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812534425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Group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(abc)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1904839353"/>
                  </a:ext>
                </a:extLst>
              </a:tr>
              <a:tr h="3497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`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`</a:t>
                      </a:r>
                    </a:p>
                  </a:txBody>
                  <a:tcPr marL="57254" marR="57254" marT="28627" marB="2862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OR</a:t>
                      </a:r>
                    </a:p>
                  </a:txBody>
                  <a:tcPr marL="57254" marR="57254" marT="28627" marB="28627" anchor="ctr"/>
                </a:tc>
                <a:extLst>
                  <a:ext uri="{0D108BD9-81ED-4DB2-BD59-A6C34878D82A}">
                    <a16:rowId xmlns:a16="http://schemas.microsoft.com/office/drawing/2014/main" val="34396765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70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58A4B-CA69-EBA0-E986-746531F679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EA895-D2F7-02A3-A80D-15C64B19A3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"My phone number is 9876543210“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find the 10-digit number: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"My phone number is 9876543210"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re.search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(r"\d{10}", text)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result.group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2D76E30-2033-4D73-DF6B-C9BCD9621F08}"/>
              </a:ext>
            </a:extLst>
          </p:cNvPr>
          <p:cNvSpPr/>
          <p:nvPr/>
        </p:nvSpPr>
        <p:spPr>
          <a:xfrm>
            <a:off x="6683604" y="1690688"/>
            <a:ext cx="5109328" cy="4125650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3848AE-E2AA-DC2D-CA4C-0E5192805BC5}"/>
              </a:ext>
            </a:extLst>
          </p:cNvPr>
          <p:cNvSpPr txBox="1"/>
          <p:nvPr/>
        </p:nvSpPr>
        <p:spPr>
          <a:xfrm>
            <a:off x="7126664" y="2790334"/>
            <a:ext cx="466626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\d → digit</a:t>
            </a:r>
          </a:p>
          <a:p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{10} → exactly 10 occurrences</a:t>
            </a:r>
          </a:p>
          <a:p>
            <a:r>
              <a:rPr lang="en-IN" sz="2400" dirty="0">
                <a:solidFill>
                  <a:schemeClr val="bg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r"" → raw string, recommended for regex patterns</a:t>
            </a:r>
          </a:p>
        </p:txBody>
      </p:sp>
    </p:spTree>
    <p:extLst>
      <p:ext uri="{BB962C8B-B14F-4D97-AF65-F5344CB8AC3E}">
        <p14:creationId xmlns:p14="http://schemas.microsoft.com/office/powerpoint/2010/main" val="2494954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70AA57-6EF5-A5B2-CC2C-C98DE527D8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re.match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1AE10-FAEF-5342-8B13-591336B97D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only from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string.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"Python is powerful"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re.match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("Python", text)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result.group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211B9053-D4DB-BD7B-C75F-F6AA786BD9D2}"/>
              </a:ext>
            </a:extLst>
          </p:cNvPr>
          <p:cNvSpPr/>
          <p:nvPr/>
        </p:nvSpPr>
        <p:spPr>
          <a:xfrm>
            <a:off x="6344239" y="2714919"/>
            <a:ext cx="5429839" cy="28280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3249070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A20983-FE74-4F17-0CF6-97D8A3F085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re.match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41120F-C002-1E85-B5F1-96B551AAA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"Python is powerful"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re.match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("powerful", text)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F03726D8-7E41-93F2-C809-0BE888288A22}"/>
              </a:ext>
            </a:extLst>
          </p:cNvPr>
          <p:cNvSpPr/>
          <p:nvPr/>
        </p:nvSpPr>
        <p:spPr>
          <a:xfrm>
            <a:off x="7013542" y="2592370"/>
            <a:ext cx="3864990" cy="251695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600" dirty="0"/>
              <a:t>None</a:t>
            </a:r>
          </a:p>
        </p:txBody>
      </p:sp>
    </p:spTree>
    <p:extLst>
      <p:ext uri="{BB962C8B-B14F-4D97-AF65-F5344CB8AC3E}">
        <p14:creationId xmlns:p14="http://schemas.microsoft.com/office/powerpoint/2010/main" val="21073343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3F5DA-BCB6-0135-D3E5-A5498CF44B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D1C1C-0C1A-3540-B33A-F934BAC42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04972" y="1545996"/>
            <a:ext cx="10448827" cy="4630967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useful functions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7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finds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matches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"Python 123, Java 456, C++ 789"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(r"\d+", text)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print(numbers)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C557172-89B4-3135-D51C-2F25E5F2D931}"/>
              </a:ext>
            </a:extLst>
          </p:cNvPr>
          <p:cNvSpPr/>
          <p:nvPr/>
        </p:nvSpPr>
        <p:spPr>
          <a:xfrm>
            <a:off x="6834433" y="1970202"/>
            <a:ext cx="4223207" cy="317683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['123', '456', '789']</a:t>
            </a:r>
          </a:p>
        </p:txBody>
      </p:sp>
    </p:spTree>
    <p:extLst>
      <p:ext uri="{BB962C8B-B14F-4D97-AF65-F5344CB8AC3E}">
        <p14:creationId xmlns:p14="http://schemas.microsoft.com/office/powerpoint/2010/main" val="346186462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E661BC-EE61-7FBE-0968-6AB934E8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6226F6-1870-9DE1-8F0A-330E729CF7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"cat dog cat bird cat"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words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r"cat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", text)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print(words)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64A267D-3779-1CE8-9867-6D58139C4B93}"/>
              </a:ext>
            </a:extLst>
          </p:cNvPr>
          <p:cNvSpPr/>
          <p:nvPr/>
        </p:nvSpPr>
        <p:spPr>
          <a:xfrm>
            <a:off x="6096000" y="2582943"/>
            <a:ext cx="4433740" cy="18570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['cat', 'cat', 'cat']</a:t>
            </a:r>
          </a:p>
        </p:txBody>
      </p:sp>
    </p:spTree>
    <p:extLst>
      <p:ext uri="{BB962C8B-B14F-4D97-AF65-F5344CB8AC3E}">
        <p14:creationId xmlns:p14="http://schemas.microsoft.com/office/powerpoint/2010/main" val="318246283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010CA-14CE-FE3E-EA17-9BD937279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317AA1-FA0B-353D-880E-A086705075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486275"/>
          </a:xfrm>
        </p:spPr>
        <p:txBody>
          <a:bodyPr>
            <a:normAutofit fontScale="92500" lnSpcReduction="10000"/>
          </a:bodyPr>
          <a:lstStyle/>
          <a:p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</a:t>
            </a: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replace text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IN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"Python is difficult"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new_text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("difficult", "easy", text)</a:t>
            </a:r>
          </a:p>
          <a:p>
            <a:pPr marL="0" indent="0">
              <a:buNone/>
            </a:pPr>
            <a:endParaRPr lang="en-US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</a:t>
            </a:r>
            <a:r>
              <a:rPr lang="en-US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new_text</a:t>
            </a:r>
            <a:r>
              <a:rPr lang="en-US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IN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9B14C9B-A215-31A5-5B9E-376DF154E5D0}"/>
              </a:ext>
            </a:extLst>
          </p:cNvPr>
          <p:cNvSpPr/>
          <p:nvPr/>
        </p:nvSpPr>
        <p:spPr>
          <a:xfrm>
            <a:off x="6711885" y="2196445"/>
            <a:ext cx="3893270" cy="270549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easy</a:t>
            </a:r>
          </a:p>
        </p:txBody>
      </p:sp>
    </p:spTree>
    <p:extLst>
      <p:ext uri="{BB962C8B-B14F-4D97-AF65-F5344CB8AC3E}">
        <p14:creationId xmlns:p14="http://schemas.microsoft.com/office/powerpoint/2010/main" val="37859306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03FEF-7663-9FE2-36EB-B7DE36372C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 numbers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43604B-E600-76B5-24B0-06CE26D64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"Python123 is456 powerful789"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re.sub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(r"\d+", "", text)</a:t>
            </a:r>
          </a:p>
          <a:p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D888B5DD-B943-329B-CBD0-F15FCB9F2E87}"/>
              </a:ext>
            </a:extLst>
          </p:cNvPr>
          <p:cNvSpPr/>
          <p:nvPr/>
        </p:nvSpPr>
        <p:spPr>
          <a:xfrm>
            <a:off x="7164370" y="1225485"/>
            <a:ext cx="3921551" cy="329938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is powerful</a:t>
            </a:r>
          </a:p>
        </p:txBody>
      </p:sp>
    </p:spTree>
    <p:extLst>
      <p:ext uri="{BB962C8B-B14F-4D97-AF65-F5344CB8AC3E}">
        <p14:creationId xmlns:p14="http://schemas.microsoft.com/office/powerpoint/2010/main" val="2055359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F721BA-26A3-C930-35BA-3027688EE2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 Sets []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BA8012-1863-8705-8D41-BFA1F5E9A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vowels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"Hello Python"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(r"[</a:t>
            </a:r>
            <a:r>
              <a:rPr lang="en-US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aeiou</a:t>
            </a: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]", text)</a:t>
            </a:r>
          </a:p>
          <a:p>
            <a:pPr marL="0" indent="0">
              <a:buNone/>
            </a:pP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print(result)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68B911E1-8674-5200-05E9-4E202B4190AD}"/>
              </a:ext>
            </a:extLst>
          </p:cNvPr>
          <p:cNvSpPr/>
          <p:nvPr/>
        </p:nvSpPr>
        <p:spPr>
          <a:xfrm>
            <a:off x="7220932" y="2281287"/>
            <a:ext cx="3195687" cy="2545237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['e', 'o', 'o']</a:t>
            </a:r>
          </a:p>
        </p:txBody>
      </p:sp>
    </p:spTree>
    <p:extLst>
      <p:ext uri="{BB962C8B-B14F-4D97-AF65-F5344CB8AC3E}">
        <p14:creationId xmlns:p14="http://schemas.microsoft.com/office/powerpoint/2010/main" val="2294447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28B37-02D6-18AC-03D6-251241F60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lowercase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1906A3-2C15-3CD0-1D1E-E8BEC1770B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(r"[a-z]", text)</a:t>
            </a:r>
          </a:p>
        </p:txBody>
      </p:sp>
    </p:spTree>
    <p:extLst>
      <p:ext uri="{BB962C8B-B14F-4D97-AF65-F5344CB8AC3E}">
        <p14:creationId xmlns:p14="http://schemas.microsoft.com/office/powerpoint/2010/main" val="25998393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FA3D0-2891-35F9-0FB7-DC7BA8618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uppercase letters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6D9D0-C14C-687E-8CBC-B3A1D219CF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IN" sz="36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36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(r"[A-Z]", text)</a:t>
            </a:r>
          </a:p>
        </p:txBody>
      </p:sp>
    </p:spTree>
    <p:extLst>
      <p:ext uri="{BB962C8B-B14F-4D97-AF65-F5344CB8AC3E}">
        <p14:creationId xmlns:p14="http://schemas.microsoft.com/office/powerpoint/2010/main" val="369398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B770C6-095D-F849-2143-3E0E56926C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Find digits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5E624-7710-D3AA-CB98-2AF19AA28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 = </a:t>
            </a:r>
            <a:r>
              <a:rPr lang="en-IN" sz="320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(r"[0-9]", text)</a:t>
            </a:r>
          </a:p>
        </p:txBody>
      </p:sp>
    </p:spTree>
    <p:extLst>
      <p:ext uri="{BB962C8B-B14F-4D97-AF65-F5344CB8AC3E}">
        <p14:creationId xmlns:p14="http://schemas.microsoft.com/office/powerpoint/2010/main" val="36360881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E4E20-AD57-66D1-423E-349C7212B7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16817"/>
            <a:ext cx="10515600" cy="1473872"/>
          </a:xfrm>
        </p:spPr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E81B-460C-4E9B-0B23-F893DC0BEB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6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 tell Python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many times something should occur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60000"/>
              </a:lnSpc>
            </a:pPr>
            <a:r>
              <a:rPr lang="en-IN" b="1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 — zero or more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r"ab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*", "a ab abb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</a:p>
          <a:p>
            <a:pPr marL="0" indent="0">
              <a:lnSpc>
                <a:spcPct val="160000"/>
              </a:lnSpc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28574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61A024-19FF-C2E6-E109-F8F3495F02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1AAB05-655C-6206-E845-499B0C7AC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 — one or more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r"ab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+", "a ab abb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Matches: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</a:t>
            </a: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abbb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876889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1C3B-4E68-6A5D-5650-1326908D0C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C2E96-33E5-F1C0-D100-FF9B84952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7142"/>
            <a:ext cx="10515600" cy="4649821"/>
          </a:xfrm>
        </p:spPr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? — zero or one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re.findall(r"colou?r", "color colour")</a:t>
            </a:r>
          </a:p>
          <a:p>
            <a:pPr marL="0" indent="0">
              <a:buNone/>
            </a:pPr>
            <a:endParaRPr lang="pt-B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Matches: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color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colour</a:t>
            </a:r>
          </a:p>
        </p:txBody>
      </p:sp>
    </p:spTree>
    <p:extLst>
      <p:ext uri="{BB962C8B-B14F-4D97-AF65-F5344CB8AC3E}">
        <p14:creationId xmlns:p14="http://schemas.microsoft.com/office/powerpoint/2010/main" val="21578911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EF2D6-E6A9-4911-36D2-592FBA6CEB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44A58-7C41-10B4-AA7E-54C164CF86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{n}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Exactly n.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re.findall(r"\d{4}", "2024 2025 123")</a:t>
            </a:r>
          </a:p>
          <a:p>
            <a:endParaRPr lang="pt-BR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['2024', '2025']</a:t>
            </a:r>
          </a:p>
        </p:txBody>
      </p:sp>
    </p:spTree>
    <p:extLst>
      <p:ext uri="{BB962C8B-B14F-4D97-AF65-F5344CB8AC3E}">
        <p14:creationId xmlns:p14="http://schemas.microsoft.com/office/powerpoint/2010/main" val="30632242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55214-84FA-6FA9-1734-99E58E05E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Quantifiers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01F9D-9FF0-9348-D393-D063BACC07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n,m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Between n and m.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re.findall(r"\d{2,4}", "1 12 123 1234 12345")</a:t>
            </a: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00347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2264ED-7272-3A58-82E5-706C91A436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Email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644F5F-1645-C0FA-447E-990BAD279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simple email regex: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email = "student@example.com"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pattern = r"^[\w.-]+@[\w.-]+\.\w+$"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if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re.match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(pattern, email):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print("Valid email")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else: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print("Invalid email")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B2C9C96A-B468-9402-A345-F50B921B239A}"/>
              </a:ext>
            </a:extLst>
          </p:cNvPr>
          <p:cNvSpPr/>
          <p:nvPr/>
        </p:nvSpPr>
        <p:spPr>
          <a:xfrm>
            <a:off x="6674177" y="1611984"/>
            <a:ext cx="4506013" cy="3082564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Valid email</a:t>
            </a:r>
          </a:p>
        </p:txBody>
      </p:sp>
    </p:spTree>
    <p:extLst>
      <p:ext uri="{BB962C8B-B14F-4D97-AF65-F5344CB8AC3E}">
        <p14:creationId xmlns:p14="http://schemas.microsoft.com/office/powerpoint/2010/main" val="5225774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E9DE43-0F3D-D6AD-67B2-C0D0AF80A7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Number Extraction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1898B1-4AA2-3128-2F8E-A5E3902587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 Indian 10-digit mobile numbers:</a:t>
            </a:r>
          </a:p>
          <a:p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import re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text = """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Ravi: 9876543210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 Kumar: 9123456789</a:t>
            </a: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"""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numbers = </a:t>
            </a:r>
            <a:r>
              <a:rPr lang="en-IN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re.findall</a:t>
            </a: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(r"\b[6-9]\d{9}\b", text)</a:t>
            </a:r>
          </a:p>
          <a:p>
            <a:pPr marL="0" indent="0">
              <a:buNone/>
            </a:pPr>
            <a:endParaRPr lang="en-IN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print(numbers)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4EA6F7C-033E-8DB8-A9F5-2D6C377EC195}"/>
              </a:ext>
            </a:extLst>
          </p:cNvPr>
          <p:cNvSpPr/>
          <p:nvPr/>
        </p:nvSpPr>
        <p:spPr>
          <a:xfrm>
            <a:off x="7522590" y="1825625"/>
            <a:ext cx="3831210" cy="33119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['9876543210', '9123456789']</a:t>
            </a:r>
          </a:p>
        </p:txBody>
      </p:sp>
    </p:spTree>
    <p:extLst>
      <p:ext uri="{BB962C8B-B14F-4D97-AF65-F5344CB8AC3E}">
        <p14:creationId xmlns:p14="http://schemas.microsoft.com/office/powerpoint/2010/main" val="168956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1">
    <wetp:webextensionref xmlns:r="http://schemas.openxmlformats.org/officeDocument/2006/relationships" r:id="rId1"/>
  </wetp:taskpane>
  <wetp:taskpane dockstate="right" visibility="0" width="438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5BDD1908-314C-42D7-BC8A-DE55E0FBEE10}">
  <we:reference id="wa200010215" version="2.0.0.0" store="en-US" storeType="OMEX"/>
  <we:alternateReferences>
    <we:reference id="wa200010215" version="2.0.0.0" store="wa200010215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284D626-D175-4FA2-BF58-6A2CC8F5A7F8}">
  <we:reference id="wa200005566" version="3.0.1.2" store="en-US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229</TotalTime>
  <Words>922</Words>
  <Application>Microsoft Office PowerPoint</Application>
  <PresentationFormat>Widescreen</PresentationFormat>
  <Paragraphs>232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Calibri Light</vt:lpstr>
      <vt:lpstr>Times New Roman</vt:lpstr>
      <vt:lpstr>Office Theme</vt:lpstr>
      <vt:lpstr>Regular Expressions</vt:lpstr>
      <vt:lpstr>PowerPoint Presentation</vt:lpstr>
      <vt:lpstr>What is Regex?</vt:lpstr>
      <vt:lpstr>Why do we Use Regex?</vt:lpstr>
      <vt:lpstr>Importing the re module</vt:lpstr>
      <vt:lpstr>PowerPoint Presentation</vt:lpstr>
      <vt:lpstr>Example</vt:lpstr>
      <vt:lpstr>re.match()</vt:lpstr>
      <vt:lpstr>re.match()</vt:lpstr>
      <vt:lpstr>re.findall()</vt:lpstr>
      <vt:lpstr>re.findall()</vt:lpstr>
      <vt:lpstr>re.sub()</vt:lpstr>
      <vt:lpstr>Remove numbers</vt:lpstr>
      <vt:lpstr>Character Sets []</vt:lpstr>
      <vt:lpstr>Find lowercase letters</vt:lpstr>
      <vt:lpstr>Find uppercase letters</vt:lpstr>
      <vt:lpstr>Find digits</vt:lpstr>
      <vt:lpstr>Quantifiers</vt:lpstr>
      <vt:lpstr>Quantifiers</vt:lpstr>
      <vt:lpstr>Quantifiers</vt:lpstr>
      <vt:lpstr>Quantifiers</vt:lpstr>
      <vt:lpstr>Quantifiers</vt:lpstr>
      <vt:lpstr>Email Validation</vt:lpstr>
      <vt:lpstr>Phone Number Extraction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VINOD KUMAR</dc:creator>
  <cp:lastModifiedBy>S VINOD KUMAR</cp:lastModifiedBy>
  <cp:revision>3</cp:revision>
  <dcterms:created xsi:type="dcterms:W3CDTF">2026-08-30T13:19:44Z</dcterms:created>
  <dcterms:modified xsi:type="dcterms:W3CDTF">2026-08-31T08:34:55Z</dcterms:modified>
</cp:coreProperties>
</file>