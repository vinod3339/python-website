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1" r:id="rId22"/>
    <p:sldId id="276" r:id="rId23"/>
    <p:sldId id="277" r:id="rId24"/>
    <p:sldId id="278" r:id="rId25"/>
    <p:sldId id="280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FFEF-85B6-494D-0FBE-95FD33781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D1EFA7-E933-AB57-D88B-8C751FB0A2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BA122-5B8E-F578-3E2C-52327DDB3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91577-3E3C-4ACF-96D8-2E139C6FFCF4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7F6AE-1E97-916E-9E69-A8BE040FE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9390A-1F07-399C-F12C-10E3CFE2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4951-4F6E-4DD2-B214-C67995C6F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137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65DBA-4246-1840-640A-7F3ADBA71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E7482-CA32-8D9E-4DC1-C8D8FE3C0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372EE-B4DB-0CA0-8B5F-3A479D9F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91577-3E3C-4ACF-96D8-2E139C6FFCF4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43353-2337-94E3-BB84-E803C8759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6EF98-C590-FDCC-DBE2-679706E82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4951-4F6E-4DD2-B214-C67995C6F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627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0752E-03C2-CA6E-A441-82158D1CB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1787F-0A7E-39D2-A2D2-991E021EA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12023-CC34-EA78-10BE-8379FA12B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91577-3E3C-4ACF-96D8-2E139C6FFCF4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88FB5-7D42-E6AD-ABE8-FA8EBCEA0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5BEC5-45D8-BE71-1089-3223D7F3D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4951-4F6E-4DD2-B214-C67995C6F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726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0ACBD-A82A-3861-DE78-564B951DA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ABBA-5F8D-73D9-F16B-10A72B2CA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F92DA-C6C0-DA63-0CAD-F33A98BF5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F223C-16AA-0406-9C0C-9667E93FB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91577-3E3C-4ACF-96D8-2E139C6FFCF4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4ED9B-06D9-5025-A64B-585A8192F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ED2BF-E1EB-5D68-DDC4-29549148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4951-4F6E-4DD2-B214-C67995C6F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52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D8BBE-6188-A1E2-2FC9-BE37C438C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20A74-8510-9F55-FC75-E430876C0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58193-5986-7765-F21C-B3F0FDAEE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2815F6-160D-5842-8CF4-E3D8BDEAD0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7C495-5BAD-7D06-73DF-E2B133ED46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7594F-082D-8A11-9227-8FA364284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91577-3E3C-4ACF-96D8-2E139C6FFCF4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2891A6-A762-5E4C-E7C4-FAD458763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A17AB-53D8-666A-795C-A805CD53A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4951-4F6E-4DD2-B214-C67995C6F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11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6288-254D-A972-7490-6722A3EB9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2AA0D1-C80F-8375-D894-F5F6EDD8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91577-3E3C-4ACF-96D8-2E139C6FFCF4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9B6B31-F7D1-DE39-4D24-E081B3785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FBF859-B846-C977-B5BB-E2E1872BB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4951-4F6E-4DD2-B214-C67995C6F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78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2684BE-6B2E-515C-E5F8-3A0F6EB49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91577-3E3C-4ACF-96D8-2E139C6FFCF4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10A35-FA4B-6312-0106-7B720346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123DB-96E3-9E5B-AE03-88A05F181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4951-4F6E-4DD2-B214-C67995C6F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91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5EB5F-873E-6228-0079-B3F36FCD1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870CC-0FCE-893E-95CD-E47F42B89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87FAA-AD4A-EFD8-97F0-BC92E89A9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51473-51B2-F025-D6CC-84CCAEAFC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91577-3E3C-4ACF-96D8-2E139C6FFCF4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F639F-D9D5-D252-BCCB-B435173C6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69B4A-BB35-D889-0924-75461E8BE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4951-4F6E-4DD2-B214-C67995C6F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453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67D86-B1F3-AA3D-13FE-B790E6DF1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F6B329-E444-546E-7928-CAC5D76138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C7C0C-F306-F8CD-4E56-043D74286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04213-7C94-4433-B9C5-D36A520A3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91577-3E3C-4ACF-96D8-2E139C6FFCF4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B8EA3-EC82-90D1-A1F9-BF1DDC8B8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D88EF-7763-6BDF-B868-4CF032F2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4951-4F6E-4DD2-B214-C67995C6F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171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4A7A7-580C-85F7-4941-6D62BDD0D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C4A38-5C4D-976F-E363-7AF9A04F3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8F2C0-C700-625F-E6E6-C7CA4E167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91577-3E3C-4ACF-96D8-2E139C6FFCF4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78747-E5EC-9E2F-9B6A-795C19AE0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1867B-FCD3-8310-F3FC-2D363B48E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4951-4F6E-4DD2-B214-C67995C6F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803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2C6DBC-6956-E767-43FA-FFA9F0899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F3707D-4FED-D136-7F5F-DF9DF3B7D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BC61E-A644-6573-DE27-084646E25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91577-3E3C-4ACF-96D8-2E139C6FFCF4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7A474-224B-7814-A052-26FEF47DE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D5356-8ADD-B590-3140-C12570B62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4951-4F6E-4DD2-B214-C67995C6F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03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1ECE1-BD31-6BEE-127C-D61260CAF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71E2C-838D-B101-4656-658D6E045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D03EC-6F13-FCE9-6DA7-C8C9029EB8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91577-3E3C-4ACF-96D8-2E139C6FFCF4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7E18A-E181-D5F8-2052-3BA9695B72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A75E2-275D-18B6-E97E-B4F4A62C82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64951-4F6E-4DD2-B214-C67995C6F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50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FB74C-9397-5FF3-9F9F-D3E99E25B0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621DB-81D9-6B3B-B3FF-74959A382D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- II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895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70BFD-3B4A-E9A6-3C2C-70DDE17BE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4B8AB-D3CF-700B-C8CE-47384CBB3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021"/>
            <a:ext cx="10515600" cy="4762942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3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list is a sequence of data values called items or elements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An item can be of any type.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structure of a list resembles the structure of a string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Each of the items in a list is ordered by position.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a character in a string, each item in a list has a </a:t>
            </a:r>
            <a:r>
              <a:rPr lang="en-US" sz="3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index that specifies its position.</a:t>
            </a:r>
            <a:endParaRPr lang="en-IN" sz="3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3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index of the first item is 0, and the index of the last item is the length of the list minus 1.</a:t>
            </a:r>
            <a:endParaRPr lang="en-IN" sz="3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sequences, lists and strings share many of the same operators, but they include different sets of methods.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142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31091-0FEE-50BA-E7A3-91FEA5136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1947C-9A39-5B19-2741-F6380AD75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some real-world examples of lists: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shopping list for the grocery store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guest list for a wedding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recipe, which is a list of instructions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text document, which is a list of lines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names in a phone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390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67BFE-7FD7-F856-D57C-9F3CD3FB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Literals and Basic Operators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F321F-C17E-764C-6129-E9A934C18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Literal string values are written as sequences of characters enclosed in quote marks.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Python, a list literal is written as a sequence of data values separated by commas.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entire sequence is enclosed in square brackets ([ and ]).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492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74C21-6214-0D7A-85C0-41117207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list literals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8E7FC-A995-10D6-111F-7D20BBD73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&gt;&gt;&gt;integers = [1951, 1969, 1984]	# A list of integers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&gt;&gt;&gt;fruits = ["apples", "oranges", "cherries"]	# A list of strings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empty = []	# An empty list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colours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[“red”, “green”, “blue”]	#A list of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colours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463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ADA84-4175-4BF9-6836-E2B0EF2C7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list literals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F49AF-8E9E-6CF3-59A3-90E078CD8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 Python list may hold different types of values.</a:t>
            </a:r>
            <a:endParaRPr lang="en-IN" b="1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days=['Monday','Tuesday','Wednesday',4,5,6,7.0]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languages=[['English'],['Gujarati'],['Hindi'],'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Romanian','Spanish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0055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D5D87-0032-DED3-6159-BDC13965F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Traversals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87E0-8F41-9754-5454-CC23C4AAF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60" y="1282045"/>
            <a:ext cx="10382839" cy="4894918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range () method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Python3 code to iterate over a list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= [2, 4, 6, 8, 10]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getting length of list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(list)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335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D0A10-37DC-4CC6-1901-01D60961E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Traversals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1E8B1-E032-6DA6-E805-D22366290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Iterating the index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same as 'for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(list))’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range(length):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print(list[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795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12708-9672-91DE-29EB-137A9E884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Traversals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4007F-E860-FE97-30F7-18BDEA753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2680"/>
            <a:ext cx="10515600" cy="5234283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enumerate () method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Python3 code to iterate over a list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= [1, 3, 5, 7, 9]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Using enumerate()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enumerate(list):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 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",",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857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20828-240E-8678-AB89-FFB43A53A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a for Loop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25609-3DA4-93D6-8C3E-856BD2497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534" y="1197204"/>
            <a:ext cx="10392266" cy="497975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Python3 code to iterate over a list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= [2, 4, 6, 8, 10]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Using for loop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list: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374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EDE78-1784-5950-80E9-0A93CF6AA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a while Loop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EEECB-1B6F-7E45-9E04-05FFC7FC8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522" y="1131216"/>
            <a:ext cx="10326278" cy="5045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Python3 code to iterate over a list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= [2, 4, 6, 8, 10]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Getting length of list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(list)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Iterating using while loop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length: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print(list[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])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+= 1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25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D7AA-2D3D-B726-9BCC-D2D4F29E9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9DA03-6639-A7CF-1A9F-1BCC45A46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Comprehension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function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NumPy module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106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C3929-A25D-47D9-D214-5C15D5360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48EB5-982C-4F8F-8090-14C9F3E97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days=['Monday','Tuesday','Wednesday',4,5,6,7.0]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days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[‘Monday’, ‘Tuesday’, ‘Wednesday’, 4, 5, 6, 7.0]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582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6D5B-D5C1-E00A-C7AB-41A7CD005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57E2B-1098-E014-C07D-E633BBEBF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languages=[['English'],['Gujarati'],['Hindi'],'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Romanian','Spanish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print(languages)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[[‘English’], [‘Gujarati’], [‘Hindi’], ‘Romanian’, ‘Spanish’]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290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267EA-07E0-A031-6E3B-4476AC7B8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ED7AA-8F55-C29D-D451-66321BB7E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access a single element, use its index in square brackets after the list’s name. Indexing begins at 0.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languages[0]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[‘English’]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350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392DA-9EC5-A222-924C-2666869D5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38FAB-C036-3905-7C13-CF609B912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index cannot be a float value.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languages[1.0]</a:t>
            </a:r>
          </a:p>
          <a:p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Traceback (most recent call last):File “&lt;pyshell#70&gt;”, line 1, in &lt;module&gt; languages[1.0]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TypeError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list indices must be integers or slices, not float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112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C4C3-75FD-2FCA-9571-A486F4E7A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240" y="207391"/>
            <a:ext cx="10354560" cy="148329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A4638-0CB9-9A12-5447-6ACC62B12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9240" y="1498862"/>
            <a:ext cx="10354559" cy="46781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want only a part of a Python list, you can use the slicing operator [].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indices=['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zero','one','two','three','four','five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indices[2:4]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[‘two’, ‘three’]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returns items from index 2 to index 4-1 (i.e., 3)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069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8B4D3-7E39-84B9-BC0A-3B679C049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36EFB-004B-EAFA-B8F4-87D52363A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90688"/>
            <a:ext cx="10439400" cy="448627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indices[:4]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[‘zero’, ‘one’, ‘two’, ‘three’]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returns items from the beginning of the list to index 3.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825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71EE-C2AF-4498-5C89-2DBA80C9C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E570D-203B-BC38-C5BB-CAAB5A4C6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indices[4:]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[‘four’, ‘five’]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returns items from index 4 to the end of the list in Python.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376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0959D-C405-2FC0-385C-D00539335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6AD41-D638-EC42-1BCE-6CCD5DA77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indices[:]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[‘zero’, ‘one’, ‘two’, ‘three’, ‘four’, ‘five’] This returns the whole list.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284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44728-DA63-1735-52A6-8160E3D1F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71A8D4-BAF8-233D-B126-3EE0B6BE6C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593130"/>
            <a:ext cx="9567862" cy="457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01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29B7-3115-716B-12DF-85F01717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D5325-91FB-47E5-37C8-A100C9BD6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9240" y="1593130"/>
            <a:ext cx="10354559" cy="4583833"/>
          </a:xfrm>
        </p:spPr>
        <p:txBody>
          <a:bodyPr>
            <a:norm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indices-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indices we mention can be negative as well. A negative index means traversal from the end of the list.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indices[:-2]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[‘zero’, ‘one’, ‘two’, ‘three’]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returns item from the list’s beginning to two items from the end.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818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CE99-3754-D07F-8425-B6972F5FE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5A5AF-1A99-C899-BF4B-3864AC48B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indices[1:-2]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[‘one’, ‘two’, ‘three’]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returns items from the item at index 1 to two items from the end.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03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79EDA-949F-4E7F-3E2A-FBDD7BE68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6C06A-FAD9-F74C-282E-2FE0263AA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11984"/>
            <a:ext cx="10439400" cy="4564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indices[-2:-1]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[‘four’]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returns items from two from the end to one from the end.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indices[-1:-2]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returns an empty Python list, because the start is ahead of the stop for the traversal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865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56338C-FFCE-6274-EA53-B4E89384F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716689"/>
              </p:ext>
            </p:extLst>
          </p:nvPr>
        </p:nvGraphicFramePr>
        <p:xfrm>
          <a:off x="848411" y="339365"/>
          <a:ext cx="10633437" cy="6117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44479">
                  <a:extLst>
                    <a:ext uri="{9D8B030D-6E8A-4147-A177-3AD203B41FA5}">
                      <a16:colId xmlns:a16="http://schemas.microsoft.com/office/drawing/2014/main" val="3898964375"/>
                    </a:ext>
                  </a:extLst>
                </a:gridCol>
                <a:gridCol w="3544479">
                  <a:extLst>
                    <a:ext uri="{9D8B030D-6E8A-4147-A177-3AD203B41FA5}">
                      <a16:colId xmlns:a16="http://schemas.microsoft.com/office/drawing/2014/main" val="3783040634"/>
                    </a:ext>
                  </a:extLst>
                </a:gridCol>
                <a:gridCol w="3544479">
                  <a:extLst>
                    <a:ext uri="{9D8B030D-6E8A-4147-A177-3AD203B41FA5}">
                      <a16:colId xmlns:a16="http://schemas.microsoft.com/office/drawing/2014/main" val="640805039"/>
                    </a:ext>
                  </a:extLst>
                </a:gridCol>
              </a:tblGrid>
              <a:tr h="370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Method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Description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Example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718851667"/>
                  </a:ext>
                </a:extLst>
              </a:tr>
              <a:tr h="64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append(x)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Adds an element to the end of the list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lst.append(10)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819853681"/>
                  </a:ext>
                </a:extLst>
              </a:tr>
              <a:tr h="370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extend(iterable)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Adds all elements of an iterable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lst.extend([4, 5])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29092223"/>
                  </a:ext>
                </a:extLst>
              </a:tr>
              <a:tr h="64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insert(index, x)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Inserts an element at a specified position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lst.insert(1, "A")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510131924"/>
                  </a:ext>
                </a:extLst>
              </a:tr>
              <a:tr h="64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remove(x)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Removes the first occurrence of the specified value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lst.remove(5)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383272565"/>
                  </a:ext>
                </a:extLst>
              </a:tr>
              <a:tr h="64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pop([index])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Removes and returns an element (last by default)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lst.pop()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997614198"/>
                  </a:ext>
                </a:extLst>
              </a:tr>
              <a:tr h="370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clear()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Removes all elements from the list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lst.clear()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159327936"/>
                  </a:ext>
                </a:extLst>
              </a:tr>
              <a:tr h="64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index(x)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Returns the index of the first occurrence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lst.index(20)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990139909"/>
                  </a:ext>
                </a:extLst>
              </a:tr>
              <a:tr h="64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count(x)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Counts how many times an element appears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lst.count(5)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778169779"/>
                  </a:ext>
                </a:extLst>
              </a:tr>
              <a:tr h="370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sort()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Sorts the list in ascending order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lst.sort()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549752957"/>
                  </a:ext>
                </a:extLst>
              </a:tr>
              <a:tr h="370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reverse()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Reverses the order of the list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lst.reverse()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283006758"/>
                  </a:ext>
                </a:extLst>
              </a:tr>
              <a:tr h="370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copy()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Returns a shallow copy of the list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/>
                        <a:t>new_lst</a:t>
                      </a:r>
                      <a:r>
                        <a:rPr lang="en-IN" sz="1800" dirty="0"/>
                        <a:t> = </a:t>
                      </a:r>
                      <a:r>
                        <a:rPr lang="en-IN" sz="1800" dirty="0" err="1"/>
                        <a:t>lst.copy</a:t>
                      </a:r>
                      <a:r>
                        <a:rPr lang="en-IN" sz="1800" dirty="0"/>
                        <a:t>()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80407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512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BAD18-7AD4-7DEE-0750-B3609857D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972" y="829559"/>
            <a:ext cx="10448827" cy="861129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Methods</a:t>
            </a:r>
            <a:br>
              <a:rPr lang="en-IN" dirty="0"/>
            </a:br>
            <a:r>
              <a:rPr lang="en-US" b="1" dirty="0"/>
              <a:t> 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BA296-7720-D81F-5BDF-6EC82A138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method is what you can do to it and change it. To call a method on a construct, you use the dot-operator(.).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supports some built-in methods to alter a Python list.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443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29600-55EC-3EDD-6B83-612B85C1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Methods</a:t>
            </a:r>
            <a:br>
              <a:rPr lang="en-IN" dirty="0"/>
            </a:br>
            <a:r>
              <a:rPr lang="en-US" b="1" dirty="0"/>
              <a:t> 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ECBF4-27F8-B4AB-15C3-E60E8EBF1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append()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adds an item to the end of the list.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[2, 1, 3]</a:t>
            </a:r>
          </a:p>
          <a:p>
            <a:pPr marL="0" indent="0" algn="just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a.append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[2, 1, 3, 4]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239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0D92D-25D5-56D1-C5A7-C469E1701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Methods</a:t>
            </a:r>
            <a:br>
              <a:rPr lang="en-IN" dirty="0"/>
            </a:br>
            <a:r>
              <a:rPr lang="en-US" b="1" dirty="0"/>
              <a:t> 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19DD6-22C0-8049-6189-ACAD3B6BE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388" y="1690688"/>
            <a:ext cx="10373412" cy="4486275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insert()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inserts an item at a specified position.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a.insert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(3,5)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[2, 1, 3, 5, 4]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inserted the element 5 at index 3.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3193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ABEE-0DDF-9193-7461-7116AAC40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Methods</a:t>
            </a:r>
            <a:br>
              <a:rPr lang="en-IN" dirty="0"/>
            </a:br>
            <a:r>
              <a:rPr lang="en-US" b="1" dirty="0"/>
              <a:t> 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197E1-7EAF-2DA4-D0C8-09DB438A5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remove()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removes the first instance of an item from the Python list.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a=[2,1,3,5,2,4]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a.remove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 3, 5, 2, 4]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027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39E8E-F1DF-FA55-B0AC-6AB85214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Methods</a:t>
            </a:r>
            <a:br>
              <a:rPr lang="en-IN" dirty="0"/>
            </a:br>
            <a:r>
              <a:rPr lang="en-US" b="1" dirty="0"/>
              <a:t> 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9CD29-3B27-E225-C274-3EB70F83F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522" y="1611984"/>
            <a:ext cx="10326278" cy="456497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pop()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removes the element at the specified index, and prints it to the screen.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a.pop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 3, 5, 4]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8494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29BEF-BEA7-48DF-10CD-9DE2C6D93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Methods</a:t>
            </a:r>
            <a:br>
              <a:rPr lang="en-IN" dirty="0"/>
            </a:br>
            <a:r>
              <a:rPr lang="en-US" b="1" dirty="0"/>
              <a:t> 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204BC-932B-C046-E4F4-9CE106C8B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80" y="1527142"/>
            <a:ext cx="10411120" cy="4649821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clear()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empties the Python list.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a.clear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now has a False value.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bool(a)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6655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8DC05-AEAD-51FE-087F-2FFC9097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Methods</a:t>
            </a:r>
            <a:br>
              <a:rPr lang="en-IN" dirty="0"/>
            </a:br>
            <a:r>
              <a:rPr lang="en-US" b="1" dirty="0"/>
              <a:t> 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97EB0-CAC5-44F4-688B-79C4A0428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790" y="1762812"/>
            <a:ext cx="10232010" cy="4414151"/>
          </a:xfrm>
        </p:spPr>
        <p:txBody>
          <a:bodyPr>
            <a:normAutofit lnSpcReduction="10000"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index()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returns the first matching index of the item specified.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a=[1,3,5,3,4]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a.index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927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4CB38-5FF4-D4F7-CE3F-3F9F68493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Methods</a:t>
            </a:r>
            <a:br>
              <a:rPr lang="en-IN" dirty="0"/>
            </a:br>
            <a:r>
              <a:rPr lang="en-US" b="1" dirty="0"/>
              <a:t> 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C49CE-E283-3448-F825-06D9B7608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count()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returns the count of the item specified.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a.count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5105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96E9-1264-E419-9712-4B379DE41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Methods</a:t>
            </a:r>
            <a:br>
              <a:rPr lang="en-IN" dirty="0"/>
            </a:br>
            <a:r>
              <a:rPr lang="en-US" b="1" dirty="0"/>
              <a:t> 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EC679-C24D-EA86-614B-E79AAC0C7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sort()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sorts the list in an ascending order.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a.sort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 3, 3, 4, 5]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8254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BCFB5-E2E4-FC53-6FD1-B0537B1E7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Methods</a:t>
            </a:r>
            <a:br>
              <a:rPr lang="en-IN" dirty="0"/>
            </a:br>
            <a:r>
              <a:rPr lang="en-US" b="1" dirty="0"/>
              <a:t> 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9C80B-4CB9-0BEF-00E2-74716C2D3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reverse()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reverses the order of elements in the Python lists.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a.reverse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[5, 4, 3, 3, 1]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0647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C5FAE-ECD4-D58B-CF12-EC8903A6A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Comprehension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0A80D-E79C-C799-1E81-08D8E45E4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80" y="1300899"/>
            <a:ext cx="10411120" cy="487606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 of a new list just like you would do in mathematics.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do so,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an expression followed by a for statement, all inside square brackets. You may assign it to a variable.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make a list for all even numbers from 1 to 20.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even=[2*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range(1,11)]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even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[2, 4, 6, 8, 10, 12, 14, 16, 18, 20]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4286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740CD-8BFF-D8E3-D380-2D064F22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Comprehension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ED7F9-10AC-9EFD-9517-3A7EC09A0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581"/>
            <a:ext cx="10515600" cy="470638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Optionally, you can add an if-statement to filter out items.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want to change this list to hold only those items from 1 to 20 that are even and are divisible by 3, we write the following code.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even=[2*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range(1,11) if i%3==0]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even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[6, 12, 18]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7793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AF3A-98F0-644C-914F-3C6B74659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Multidimensional Lists in Python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2" descr="Multi-Dimensional List In Python - Python4U">
            <a:extLst>
              <a:ext uri="{FF2B5EF4-FFF2-40B4-BE49-F238E27FC236}">
                <a16:creationId xmlns:a16="http://schemas.microsoft.com/office/drawing/2014/main" id="{C27027BE-C73D-E89A-1640-40C558B396C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82045" y="1407884"/>
            <a:ext cx="9017959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1595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C9C74-4C07-246E-0FAA-40EB5BE6B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Multidimensional Lists in Python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ADD27-CA98-1CB1-CECD-17A966080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80" y="1451728"/>
            <a:ext cx="10411120" cy="472523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one-dimensional list is a simple list without any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sublists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two-dimensional list is a list that solely contains many single-dimensional lists.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three-dimensional list solely contains many two-dimensional lists that solely contains many single-dimensional lists.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concludes that Multi-dimensional lists are the lists within the lists within the lists within the lists and so 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2066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AFB9-8CC5-E837-CF6A-4F5631245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Multidimensional Lists in Python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047F0-79B5-FAF5-4D9A-7EAF178EA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8095" y="1272620"/>
            <a:ext cx="10765409" cy="4904344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grocery_list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=[['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caramel','P&amp;B','Jelly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'],['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onions','potatoes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'],['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flour','oil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grocery_list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[[‘caramel’, ‘P&amp;B’, ‘Jelly’], [‘onions’, ‘potatoes’], [‘flour’, ‘oil’]]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grocery Python list with lists in it, where the lists are according to a category. Or, you can choose to go deeper.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065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E888D-68A8-10B4-725D-5DB1357F5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Multidimensional Lists in Python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E7553-DF20-C71A-944A-95E506108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3130"/>
            <a:ext cx="10515600" cy="458383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a=[[[1,2],[3,4],5],[6,7]]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[[[1, 2], [3, 4], 5], [6, 7]]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0753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AEA14-0AB6-255A-0E69-D43639A3D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Multidimensional Lists in Python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710B9-926C-854C-B82A-4B59EF0D7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522" y="1414021"/>
            <a:ext cx="10326278" cy="476294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access the element 4 here, we type the following code into the shell.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a[0][1][1]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a[0][1][1]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1571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1293-FB0E-4019-2E10-F91E37158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Multidimensional Lists in Python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C5A2F-9FA7-745B-AFAF-83602E4CA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29" y="1197204"/>
            <a:ext cx="10288570" cy="497975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4: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rows=[] columns=[]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for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range(3):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for j in range(3):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columns.append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rows.append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(columns)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[[1, 1, 1], [1, 1, 1], [1, 1, 1]]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9140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899BF-D041-BC06-7696-2E2638EBB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Multidimensional Lists in Python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03EA9-1988-6BC7-2BFB-1C4B81024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5: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rows = [1, 1, 1]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columns = [1, 1, 1]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(rows)):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for j in range(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(columns)):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print(rows[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 end=" ")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1 1 1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1 1 1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1 1 1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619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2159</Words>
  <Application>Microsoft Office PowerPoint</Application>
  <PresentationFormat>Widescreen</PresentationFormat>
  <Paragraphs>321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Calibri Light</vt:lpstr>
      <vt:lpstr>Times New Roman</vt:lpstr>
      <vt:lpstr>Office Theme</vt:lpstr>
      <vt:lpstr>Lists</vt:lpstr>
      <vt:lpstr>Lists </vt:lpstr>
      <vt:lpstr>Lists </vt:lpstr>
      <vt:lpstr>List Literals and Basic Operators </vt:lpstr>
      <vt:lpstr>Example list literals </vt:lpstr>
      <vt:lpstr>Example list literals </vt:lpstr>
      <vt:lpstr>List Traversals </vt:lpstr>
      <vt:lpstr>List Traversals </vt:lpstr>
      <vt:lpstr>List Traversals </vt:lpstr>
      <vt:lpstr>By using a for Loop </vt:lpstr>
      <vt:lpstr>By using a while Loop </vt:lpstr>
      <vt:lpstr>Lists</vt:lpstr>
      <vt:lpstr>Example 1 </vt:lpstr>
      <vt:lpstr>Example 2</vt:lpstr>
      <vt:lpstr>Example 2</vt:lpstr>
      <vt:lpstr>Example 2</vt:lpstr>
      <vt:lpstr>Slicing</vt:lpstr>
      <vt:lpstr>Slicing</vt:lpstr>
      <vt:lpstr>Slicing</vt:lpstr>
      <vt:lpstr>Slicing</vt:lpstr>
      <vt:lpstr>Slicing</vt:lpstr>
      <vt:lpstr>Slicing</vt:lpstr>
      <vt:lpstr>Slicing</vt:lpstr>
      <vt:lpstr>Slicing</vt:lpstr>
      <vt:lpstr>PowerPoint Presentation</vt:lpstr>
      <vt:lpstr>  List Methods   </vt:lpstr>
      <vt:lpstr>  List Methods   </vt:lpstr>
      <vt:lpstr>  List Methods   </vt:lpstr>
      <vt:lpstr>  List Methods   </vt:lpstr>
      <vt:lpstr>  List Methods   </vt:lpstr>
      <vt:lpstr>  List Methods   </vt:lpstr>
      <vt:lpstr>  List Methods   </vt:lpstr>
      <vt:lpstr>  List Methods   </vt:lpstr>
      <vt:lpstr>  List Methods   </vt:lpstr>
      <vt:lpstr>  List Methods   </vt:lpstr>
      <vt:lpstr>List Comprehension </vt:lpstr>
      <vt:lpstr>List Comprehension </vt:lpstr>
      <vt:lpstr>Multidimensional Lists in Python </vt:lpstr>
      <vt:lpstr>Multidimensional Lists in Python </vt:lpstr>
      <vt:lpstr>Multidimensional Lists in Python </vt:lpstr>
      <vt:lpstr>Multidimensional Lists in Python </vt:lpstr>
      <vt:lpstr>Multidimensional Lists in Python </vt:lpstr>
      <vt:lpstr>Multidimensional Lists in Python </vt:lpstr>
      <vt:lpstr>Multidimensional Lists in Python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3</cp:revision>
  <dcterms:created xsi:type="dcterms:W3CDTF">2026-08-07T04:16:19Z</dcterms:created>
  <dcterms:modified xsi:type="dcterms:W3CDTF">2026-08-11T05:39:41Z</dcterms:modified>
</cp:coreProperties>
</file>