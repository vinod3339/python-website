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8" r:id="rId30"/>
    <p:sldId id="290" r:id="rId31"/>
    <p:sldId id="291" r:id="rId32"/>
    <p:sldId id="292" r:id="rId33"/>
    <p:sldId id="284" r:id="rId34"/>
    <p:sldId id="285" r:id="rId35"/>
    <p:sldId id="286" r:id="rId36"/>
    <p:sldId id="293" r:id="rId37"/>
    <p:sldId id="294" r:id="rId38"/>
    <p:sldId id="295" r:id="rId39"/>
    <p:sldId id="296" r:id="rId40"/>
    <p:sldId id="28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54FD7-1C6A-48DE-AA5B-8676BC24FEB5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C3C0B-7ADA-42C5-AAC9-6CF3E13C8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31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C3C0B-7ADA-42C5-AAC9-6CF3E13C8A1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7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8583-F892-B44F-037F-BC287690B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98F25-13BE-7142-0660-2E00AFD744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48766-6F4E-4AF5-95F6-8C997E8E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30F15-61D4-8E7E-00FD-1E0EABAB3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03323-1D1F-AB05-3E7B-DB1ECA434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9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FED3-D043-B993-B355-A463DC18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F9D4-45C9-978E-8A37-93092A26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95181-7DBD-21DC-44C9-A0FDFBF6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98449-C608-AD64-D2EE-847C0B583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000C-5B63-4E06-6A6D-4701E9A3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F4B4-CF93-7066-DACC-70390D5AF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49BA5-288E-C9EC-A789-B872CB280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354CD-CBC8-748C-E3A7-28A7D84F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CC9EF-53E0-B951-6A5F-40D5258E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545D4-40E3-304D-3CBC-63906E5F9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26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A5AA-E7FD-F996-686B-E9F8247B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6E8CA-3174-C55F-FDED-8B4FA53F0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8C50B-6754-0F46-5F1A-C0B2157A9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42DD-5D02-FFA1-A5AF-5639C1321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6D884-F2B9-46EE-FCEB-51A9F9C6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E877E-BC00-4363-FCA5-DB977884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547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6DE5-9505-2AD5-A2F9-7BFF7B1C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E2931-E66F-BE7E-D46C-66928AB01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DA7101-4B13-D5F4-8B32-1505DDD8D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1B21A2-D604-68DD-5C53-A0EE07DFD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72016-0054-947B-D3F8-32C7264CA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DFE2F-D968-B4E7-3714-A5128499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3A2071-2B35-9308-88C5-A58BCDA4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8C900-182F-3439-B8AA-2031918C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40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C27D-4E38-FD96-B7C1-157FFE935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69301A-E151-93EA-9BCD-618600150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B87F56-4F13-6985-9E19-79562801D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2012AB-0C4A-CC8C-0C16-2BA84F6A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363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62D9D-6FB6-9F48-D1F5-95460322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AF080-50C6-9073-69C1-4EA23A11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A09AC-417D-4FB7-E452-0DF82529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997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A8B08-0B23-A69D-D8BC-EB5BBDCE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9D72-70DE-7648-2A8D-D440A0159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7B175B-8587-C309-18EB-95471D046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560F5-EF85-225D-87BD-C5ECC91A9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19B21-23CA-B33D-27C8-85C80EF4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358AC-7D96-0453-2848-D9DF539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285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DF579-AB0B-415A-7078-26C81BEDC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29665-2C40-8157-76A4-9C6B6E208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5F52-63E5-0A72-76EB-DA46A9961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0E97A-9484-C23B-0646-F03F9501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B73BA-DE8B-7E84-28CC-FFBC0990F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5ED2A-C7F8-81D4-5705-1FFC11B61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62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7A30-B4B4-706D-7C03-9C882A69F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C8113-46BD-B98F-0F7F-BBC54C109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F0AF-0474-C4F6-E14A-31D6A17C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1C7DB-D249-C67C-E931-1694A2A3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56A73-4339-EB65-E3A4-C24DDE426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3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FCFC3-E294-0EC8-4533-210DFBEF38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28BD5-8185-B34E-F4B0-4C3606BCA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55BBC-6B4E-772E-45EF-8E80BF6A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EEA6-CC54-50B1-5475-12F35FA1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0C16-DBAB-D4E0-8EAD-F42DB0B9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91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A1B67-C29D-F77A-21CB-CD8128718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EC2B5-A710-AA10-B711-88EE00C33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FA97E-2042-CFCD-0CF5-0592C026D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B3A3F-BEDC-4FC2-A081-3C43056329C0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F459C-A7AD-AB4F-3C59-BC1282BAC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29203-27B0-E760-5DEE-01CD07DEC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20512-4F6F-46BE-A4C5-7E59D36CBD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9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365-DE0B-B02F-BA1F-9C56AC8B02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7A87C7-2280-61C9-D5EE-61037575C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and Local Variables. Functional Programming: map, filter and reduce, decorators.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69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DB63-23BA-0E37-2F3D-B132AE158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109"/>
            <a:ext cx="10515600" cy="1511579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6BB6-A5F9-4828-AB82-12719D0CD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0008"/>
            <a:ext cx="10515600" cy="4696955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name that refers to a value stored in memory.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= "Ravi"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 = 20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85.5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→ variable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"Ravi" → value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→ variable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→ value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variable determines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that variable can be accessed in a program.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06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B4A53-F97A-0211-B34F-CC71B558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F1A51-A910-B08A-D085-663F1A94A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106" y="1461155"/>
            <a:ext cx="10401693" cy="471580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created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normally be accessed only within that function.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 = "Ravi"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age = 20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print(name)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print(age)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6BBCC9-E19E-2D9E-19A0-8F22382AAA46}"/>
              </a:ext>
            </a:extLst>
          </p:cNvPr>
          <p:cNvSpPr/>
          <p:nvPr/>
        </p:nvSpPr>
        <p:spPr>
          <a:xfrm>
            <a:off x="6919274" y="3591612"/>
            <a:ext cx="3799002" cy="1932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78923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A45BE-D6D9-7727-C488-27F9A7A1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8D738-09FD-6E05-205D-109BFB520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Trying to access them outside the function: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name = "Ravi"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student_details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B7EE6D7-98EE-4C81-8433-691DB0C3BFDC}"/>
              </a:ext>
            </a:extLst>
          </p:cNvPr>
          <p:cNvSpPr/>
          <p:nvPr/>
        </p:nvSpPr>
        <p:spPr>
          <a:xfrm>
            <a:off x="6796726" y="2262433"/>
            <a:ext cx="3959258" cy="26960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NameError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name 'name' is not defined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565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1250E-EFC5-6CEC-81F3-E751945E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44F48-39C0-26A4-65BF-E0B6F3FD8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created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outside all functions is called a global variable.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accessed from different parts of the program.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66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09FFE-ED21-74D7-4947-8166EEBB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09F5B-A9FE-01DB-5F88-10505FDF9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= "GMRIT"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print(college)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print(college)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FAB851-1FFB-F229-1CE3-454FD7B8B49D}"/>
              </a:ext>
            </a:extLst>
          </p:cNvPr>
          <p:cNvSpPr/>
          <p:nvPr/>
        </p:nvSpPr>
        <p:spPr>
          <a:xfrm>
            <a:off x="6825006" y="2337847"/>
            <a:ext cx="4110087" cy="3403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GMRIT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GMRIT</a:t>
            </a:r>
          </a:p>
        </p:txBody>
      </p:sp>
    </p:spTree>
    <p:extLst>
      <p:ext uri="{BB962C8B-B14F-4D97-AF65-F5344CB8AC3E}">
        <p14:creationId xmlns:p14="http://schemas.microsoft.com/office/powerpoint/2010/main" val="2369250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209F1-18CD-6B9C-4E1B-154922A5D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vs Global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1719B-BC46-5135-4F3E-DFBB7D1BF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100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test():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x = 50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print("Inside:", x)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print("Outside:", x)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0CC5987-8AD4-8549-0989-A3B4D4DC7103}"/>
              </a:ext>
            </a:extLst>
          </p:cNvPr>
          <p:cNvSpPr/>
          <p:nvPr/>
        </p:nvSpPr>
        <p:spPr>
          <a:xfrm>
            <a:off x="6476214" y="1941922"/>
            <a:ext cx="3582186" cy="30825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Inside: 50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Outside: 100</a:t>
            </a:r>
          </a:p>
        </p:txBody>
      </p:sp>
    </p:spTree>
    <p:extLst>
      <p:ext uri="{BB962C8B-B14F-4D97-AF65-F5344CB8AC3E}">
        <p14:creationId xmlns:p14="http://schemas.microsoft.com/office/powerpoint/2010/main" val="2064682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F908-D74D-DC10-BF75-D0CBEF268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global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F3AC3-858C-7249-00BF-96EEC52F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996"/>
            <a:ext cx="10515600" cy="4630967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modify a global variable inside a function.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= 10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update():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 = count + 1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update()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produces an error because Python treats count inside the function as a local variable.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2ABDC1-F0CC-D57B-1DA0-24A8E0B63E8B}"/>
              </a:ext>
            </a:extLst>
          </p:cNvPr>
          <p:cNvSpPr/>
          <p:nvPr/>
        </p:nvSpPr>
        <p:spPr>
          <a:xfrm>
            <a:off x="5637229" y="2328421"/>
            <a:ext cx="5476973" cy="23755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= count + 1</a:t>
            </a:r>
          </a:p>
          <a:p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UnboundLocalError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cannot access local variable 'count' where it is not associated with a value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63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6443-6107-2728-1714-9ACBFCA7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keyword.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6AEE3-E969-175E-0D4C-85802F452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= 10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update():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global count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count = count + 1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update()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print(count)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675284-6A05-97DA-5F34-53D15901C5A1}"/>
              </a:ext>
            </a:extLst>
          </p:cNvPr>
          <p:cNvSpPr/>
          <p:nvPr/>
        </p:nvSpPr>
        <p:spPr>
          <a:xfrm>
            <a:off x="6777872" y="2564091"/>
            <a:ext cx="4392891" cy="26395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73203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2EA1-38C4-9DB8-E3ED-692809A19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Bank Account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82691-349D-468D-6760-39C0D6F4E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= 5000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deposit(amount):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global balance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balance = balance + amount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deposit(2000)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print("Balance:", balance)</a:t>
            </a:r>
          </a:p>
        </p:txBody>
      </p:sp>
    </p:spTree>
    <p:extLst>
      <p:ext uri="{BB962C8B-B14F-4D97-AF65-F5344CB8AC3E}">
        <p14:creationId xmlns:p14="http://schemas.microsoft.com/office/powerpoint/2010/main" val="1185699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DC41F-1EEA-A9F5-534F-90EFC1C0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29964-FC81-DB7F-9D5F-1A27023B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 can represent: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values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settings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state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excessive use of global variables can make programs difficult to maintain.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58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F9C5-6783-BA0E-7EAB-56E117829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Functional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67A3-E5FF-DF1C-44BA-A12DC44D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programming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programming style in which computation is expressed primarily through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supports several functional programming features.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24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3C19-90BB-DF8C-5F70-E95DFEF2E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Programming?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681EA-D1FB-56C0-892E-8C768B023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concepts include: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objects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functions </a:t>
            </a: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map() 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filter() 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reduce() </a:t>
            </a: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functions 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Decorators 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71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DF06E-1E6D-1311-9FA5-A8B43645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First-Class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979E7-B699-F98C-DE2E-71740689E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Python, functions can be: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variables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passed as arguments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 from other functions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data structures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991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826FA-D7BA-0F21-68C5-843C5298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60963-A840-24CE-627C-FF03ACE40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greet():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"Hello Students"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 = greet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print(message())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7D14D8-4487-8A64-B548-249710509BF7}"/>
              </a:ext>
            </a:extLst>
          </p:cNvPr>
          <p:cNvSpPr/>
          <p:nvPr/>
        </p:nvSpPr>
        <p:spPr>
          <a:xfrm>
            <a:off x="6956981" y="1558713"/>
            <a:ext cx="3921550" cy="2988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Students</a:t>
            </a:r>
          </a:p>
        </p:txBody>
      </p:sp>
    </p:spTree>
    <p:extLst>
      <p:ext uri="{BB962C8B-B14F-4D97-AF65-F5344CB8AC3E}">
        <p14:creationId xmlns:p14="http://schemas.microsoft.com/office/powerpoint/2010/main" val="3989545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E1B10-ED8C-076E-2860-783DA0438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Function as an Argument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F3521-A602-AD12-25EA-6773AB407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175" y="1480008"/>
            <a:ext cx="10515600" cy="46121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square(x):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x * x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calculate(function, number):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function(number)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calculate(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E852D4-E45F-91D7-C6E9-83BE88BC7CB9}"/>
              </a:ext>
            </a:extLst>
          </p:cNvPr>
          <p:cNvSpPr/>
          <p:nvPr/>
        </p:nvSpPr>
        <p:spPr>
          <a:xfrm>
            <a:off x="7503735" y="2017336"/>
            <a:ext cx="2894029" cy="2309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579943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5E1E-E904-0A1E-66E0-877271DC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1FCF8-BF3A-F144-FB77-B8397163F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lambda function is a small anonymous function.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FD5739-8E89-6CDE-FEB3-E1CA780DF8C9}"/>
              </a:ext>
            </a:extLst>
          </p:cNvPr>
          <p:cNvSpPr/>
          <p:nvPr/>
        </p:nvSpPr>
        <p:spPr>
          <a:xfrm>
            <a:off x="1395167" y="2884602"/>
            <a:ext cx="3469064" cy="28186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square(x):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x * x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1B4F40-C637-3722-93FA-9115A025CC8D}"/>
              </a:ext>
            </a:extLst>
          </p:cNvPr>
          <p:cNvSpPr/>
          <p:nvPr/>
        </p:nvSpPr>
        <p:spPr>
          <a:xfrm>
            <a:off x="6711885" y="2884602"/>
            <a:ext cx="3563331" cy="22812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 = lambda x: x * x</a:t>
            </a:r>
            <a:endParaRPr lang="en-IN" sz="240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27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0BA6-D586-D899-1616-96FC642E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52945-101A-48ED-455F-D9374413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map() function applies a function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map(function,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2718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962A-E1E3-1AAF-9C47-9CDCBC3C6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F3BE7-A7B3-5A90-41C5-948AC9895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want to calculate the square of every number.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37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CEB7-7B3D-84FE-B785-FDB757A9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	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356C5-FE71-589A-2375-6B60115A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4414" cy="435133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normal loop                                            Using map()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313304-7D0D-D64D-695E-50255B669D3F}"/>
              </a:ext>
            </a:extLst>
          </p:cNvPr>
          <p:cNvSpPr/>
          <p:nvPr/>
        </p:nvSpPr>
        <p:spPr>
          <a:xfrm>
            <a:off x="923827" y="2526384"/>
            <a:ext cx="4487159" cy="31108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squares = []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n in numbers: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squares.append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 * n)</a:t>
            </a: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print(squares)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6C08EA-E78B-4253-B654-1B91E9CEAFD3}"/>
              </a:ext>
            </a:extLst>
          </p:cNvPr>
          <p:cNvSpPr/>
          <p:nvPr/>
        </p:nvSpPr>
        <p:spPr>
          <a:xfrm>
            <a:off x="6956980" y="2648932"/>
            <a:ext cx="4396819" cy="298829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squares = list(map(lambda x: x * x, numbers))</a:t>
            </a: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print(squares)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103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8D93-A1E6-E3B2-0271-2E9728ED6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E4BD5-93BB-8808-4694-B40B323C3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filter() function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selects elements from an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based on a condition.</a:t>
            </a:r>
          </a:p>
          <a:p>
            <a:pPr>
              <a:lnSpc>
                <a:spcPct val="160000"/>
              </a:lnSpc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filter(function,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should return: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 → keep element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→ remove element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52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2BE2-03BB-474B-D35F-1C232B67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Even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C6779-885E-43BB-7262-C8104E183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5, 6]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list(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filter(lambda x: x % 2 == 0, numbers)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even_numbers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29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7B485-45E1-202B-D37E-DC42ABD5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Who Passed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69F8D-2774-FDD6-9C16-4D60E67CE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= [35, 78, 45, 20, 90, 32]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students who scored at least 40.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= [35, 78, 45, 20, 90, 32]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passed = list(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filter(lambda x: x &gt;= 40, marks)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print(passed)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385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1138-25F3-7CB8-4564-AEE3F6556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FC5C6-096C-7CAD-B34F-32EB4B93E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reduce() repeatedly applies a function to the elements of an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produces one final value.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reduce</a:t>
            </a:r>
          </a:p>
        </p:txBody>
      </p:sp>
    </p:spTree>
    <p:extLst>
      <p:ext uri="{BB962C8B-B14F-4D97-AF65-F5344CB8AC3E}">
        <p14:creationId xmlns:p14="http://schemas.microsoft.com/office/powerpoint/2010/main" val="28623829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9C07-C27A-5056-0F0E-729082F5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Sum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57C73-9FC6-9F45-74D8-F5DCA944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reduce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= reduce(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lambda x, y: x + y,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print(total)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518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2FB6-7184-89D9-A4FB-8BB81D6C2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Product of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C5D96-669B-B60E-DBA4-8CC692420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functools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import reduce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[1, 2, 3, 4, 5]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= reduce(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lambda x, y: x * y,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numbers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print(product)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6D9832-4808-97C5-FF4E-6B9E6A6C5667}"/>
              </a:ext>
            </a:extLst>
          </p:cNvPr>
          <p:cNvSpPr/>
          <p:nvPr/>
        </p:nvSpPr>
        <p:spPr>
          <a:xfrm>
            <a:off x="7258639" y="2865748"/>
            <a:ext cx="3582186" cy="23001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1159958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3A5B-EBF7-368F-82DD-6DF019CB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28109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map(), filter() and reduce()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968A84-72B1-8793-FA00-E092DE0C1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9006865"/>
              </p:ext>
            </p:extLst>
          </p:nvPr>
        </p:nvGraphicFramePr>
        <p:xfrm>
          <a:off x="933254" y="2111604"/>
          <a:ext cx="10420545" cy="2621212"/>
        </p:xfrm>
        <a:graphic>
          <a:graphicData uri="http://schemas.openxmlformats.org/drawingml/2006/table">
            <a:tbl>
              <a:tblPr/>
              <a:tblGrid>
                <a:gridCol w="3473515">
                  <a:extLst>
                    <a:ext uri="{9D8B030D-6E8A-4147-A177-3AD203B41FA5}">
                      <a16:colId xmlns:a16="http://schemas.microsoft.com/office/drawing/2014/main" val="3712044353"/>
                    </a:ext>
                  </a:extLst>
                </a:gridCol>
                <a:gridCol w="3473515">
                  <a:extLst>
                    <a:ext uri="{9D8B030D-6E8A-4147-A177-3AD203B41FA5}">
                      <a16:colId xmlns:a16="http://schemas.microsoft.com/office/drawing/2014/main" val="1546405908"/>
                    </a:ext>
                  </a:extLst>
                </a:gridCol>
                <a:gridCol w="3473515">
                  <a:extLst>
                    <a:ext uri="{9D8B030D-6E8A-4147-A177-3AD203B41FA5}">
                      <a16:colId xmlns:a16="http://schemas.microsoft.com/office/drawing/2014/main" val="743082408"/>
                    </a:ext>
                  </a:extLst>
                </a:gridCol>
              </a:tblGrid>
              <a:tr h="65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369132"/>
                  </a:ext>
                </a:extLst>
              </a:tr>
              <a:tr h="65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 every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429864"/>
                  </a:ext>
                </a:extLst>
              </a:tr>
              <a:tr h="65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filter()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659797"/>
                  </a:ext>
                </a:extLst>
              </a:tr>
              <a:tr h="6553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 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104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265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54DD8-E6CF-17D1-82DF-7046C1E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Decorator?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6B325-230A-48D3-C730-4917AF024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decorator in Python is a function that takes another function (or a class), adds or modifies its behavior, and returns a function or callable object without requiring changes to the original function's source code.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Decorators are an important Python feature.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first-class objects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969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344F-ABB7-0517-A6D2-02E65C9C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decorators?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998E1-26AE-1E5E-D00A-9E9826B6E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you have three functions, and you want to print a message before and after every function call.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9FF7D4-C768-8BC4-A77F-C2D2D866FC34}"/>
              </a:ext>
            </a:extLst>
          </p:cNvPr>
          <p:cNvSpPr txBox="1"/>
          <p:nvPr/>
        </p:nvSpPr>
        <p:spPr>
          <a:xfrm>
            <a:off x="565608" y="367645"/>
            <a:ext cx="960591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decorators, you might repeat the same code in every function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print("Function started")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+ b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print("Function finished")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result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multiply(a, b):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print("Function started")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result = a * b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print("Function finished")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result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creates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duplication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10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A3615-D79A-D4D9-B483-383C61D4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need decorators?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2A919-2F33-138E-FCC6-D60D160C3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decorator, you can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the additional behavior once and reuse it across multiple functions.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8923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1BB025-3A9B-8569-B34C-AD645B0D0B41}"/>
              </a:ext>
            </a:extLst>
          </p:cNvPr>
          <p:cNvSpPr txBox="1"/>
          <p:nvPr/>
        </p:nvSpPr>
        <p:spPr>
          <a:xfrm>
            <a:off x="546755" y="292231"/>
            <a:ext cx="11142482" cy="6483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my_decorator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 wrapper(*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**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print("Function started")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result = 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(*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**</a:t>
            </a:r>
            <a:r>
              <a:rPr lang="en-I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kwargs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print("Function finished")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result</a:t>
            </a: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wrapper</a:t>
            </a: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@my_decorator</a:t>
            </a: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add(a, b):</a:t>
            </a: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</a:t>
            </a: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@my_decorator</a:t>
            </a: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multiply(a, b):</a:t>
            </a:r>
          </a:p>
          <a:p>
            <a:r>
              <a:rPr lang="en-IN" sz="20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* b</a:t>
            </a: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print(add(10, 20))</a:t>
            </a:r>
          </a:p>
          <a:p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print(multiply(5, 4))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FD5E18C-C3A1-BD11-1C4F-728ACF8E0505}"/>
              </a:ext>
            </a:extLst>
          </p:cNvPr>
          <p:cNvSpPr/>
          <p:nvPr/>
        </p:nvSpPr>
        <p:spPr>
          <a:xfrm>
            <a:off x="6381946" y="1168924"/>
            <a:ext cx="4242062" cy="360103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started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finished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started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finished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850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985C-BFAF-6851-B604-CC1A3E4D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32" y="113123"/>
            <a:ext cx="10920167" cy="93325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Decorator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B0F5F-1AE9-34EC-DA2A-4D732C854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47" y="1046375"/>
            <a:ext cx="10844753" cy="5130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welcome():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print("Welcome to Python")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decorator(function):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 wrapper():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print("Before function")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function()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print("After function")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wrapper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= decorator(welcome)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welcome()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B6110F-F937-2430-8C9C-F78F72818838}"/>
              </a:ext>
            </a:extLst>
          </p:cNvPr>
          <p:cNvSpPr/>
          <p:nvPr/>
        </p:nvSpPr>
        <p:spPr>
          <a:xfrm>
            <a:off x="6890994" y="1772239"/>
            <a:ext cx="4025245" cy="29788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Before function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Welcome to Python</a:t>
            </a:r>
          </a:p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After function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5753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A1E3-4AC3-1E79-E2CF-2D61D330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@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6587F-712A-986C-8560-D190232B2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a simpler syntax.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of: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= decorator(welcome)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write: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@decorator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welcome():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print("Welcome to Python")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505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F4F52E-E72F-4824-9177-E5F6FC08BB03}"/>
              </a:ext>
            </a:extLst>
          </p:cNvPr>
          <p:cNvSpPr txBox="1"/>
          <p:nvPr/>
        </p:nvSpPr>
        <p:spPr>
          <a:xfrm>
            <a:off x="857839" y="961534"/>
            <a:ext cx="934196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decorator(function):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 wrapper():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print("Before function")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function()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print("After function")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wrapper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@decorator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welcome():</a:t>
            </a: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print("Welcome to Python")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welcome()</a:t>
            </a:r>
          </a:p>
        </p:txBody>
      </p:sp>
    </p:spTree>
    <p:extLst>
      <p:ext uri="{BB962C8B-B14F-4D97-AF65-F5344CB8AC3E}">
        <p14:creationId xmlns:p14="http://schemas.microsoft.com/office/powerpoint/2010/main" val="1103173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0EFC-A409-8CCA-ACFF-8ABF73A7A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decorator step by step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4F1C0-ABC3-148E-4D30-DD7C9D4B5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Let's build a simple decorator from scratch.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Create an ordinary function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print("Learning Python decorators")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9634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393E-10E9-83F7-6EB1-0F2A8189A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0146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Pass the function to another function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0E0A-5770-0484-99AF-969E7C8F4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decorator(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print("Function received")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new_function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decorator(display)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new_function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520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BAEA-6B39-576A-AF01-72B42D2E8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Add a wrapper function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C72AE-5DF2-2E97-AE97-B25DF7324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282"/>
            <a:ext cx="10515600" cy="4635681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wrapper allows us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execute extra instructions before or after the original function.</a:t>
            </a:r>
          </a:p>
          <a:p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decorator(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 wrapper():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print("Before function execution")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print("After function execution")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wrapper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51AFAAA-F0D1-61AD-354D-ABE21D6EB058}"/>
              </a:ext>
            </a:extLst>
          </p:cNvPr>
          <p:cNvSpPr/>
          <p:nvPr/>
        </p:nvSpPr>
        <p:spPr>
          <a:xfrm>
            <a:off x="7041823" y="2601798"/>
            <a:ext cx="4311977" cy="2714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function execution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Python decorators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function execution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8908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8EFE-0E62-0715-C890-79BD2DDE7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972" y="365125"/>
            <a:ext cx="10448828" cy="59640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Apply the decorator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CD099-4D1C-343F-5A74-06DCCA49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095" y="1216058"/>
            <a:ext cx="10335704" cy="49609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decorator(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 wrapper():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print("Before function execution")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print("After function execution")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wrapper</a:t>
            </a:r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 display():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print("Learning Python decorators")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= decorator(display)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display()</a:t>
            </a:r>
          </a:p>
        </p:txBody>
      </p:sp>
    </p:spTree>
    <p:extLst>
      <p:ext uri="{BB962C8B-B14F-4D97-AF65-F5344CB8AC3E}">
        <p14:creationId xmlns:p14="http://schemas.microsoft.com/office/powerpoint/2010/main" val="2121332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620C-77C8-1BF3-D8F3-1065204DA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412" y="365126"/>
            <a:ext cx="10505388" cy="935774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6DE58-2846-B43E-0376-542C6B8F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17715"/>
            <a:ext cx="10439400" cy="46592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Decorators are useful for: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measurement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management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request handling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02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1588</Words>
  <Application>Microsoft Office PowerPoint</Application>
  <PresentationFormat>Widescreen</PresentationFormat>
  <Paragraphs>375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Calibri Light</vt:lpstr>
      <vt:lpstr>Times New Roman</vt:lpstr>
      <vt:lpstr>Office Theme</vt:lpstr>
      <vt:lpstr>Functions</vt:lpstr>
      <vt:lpstr>What is a Variable?</vt:lpstr>
      <vt:lpstr>Local Variables</vt:lpstr>
      <vt:lpstr>Local Variables</vt:lpstr>
      <vt:lpstr>Global Variables</vt:lpstr>
      <vt:lpstr>Global Variables</vt:lpstr>
      <vt:lpstr>Local vs Global Variable</vt:lpstr>
      <vt:lpstr>Using global Keyword</vt:lpstr>
      <vt:lpstr>global keyword.</vt:lpstr>
      <vt:lpstr>Example: Bank Account</vt:lpstr>
      <vt:lpstr>Real-world applications</vt:lpstr>
      <vt:lpstr>What is Functional Programming?</vt:lpstr>
      <vt:lpstr>Functional Programming?</vt:lpstr>
      <vt:lpstr>Functions as First-Class Objects</vt:lpstr>
      <vt:lpstr>Example</vt:lpstr>
      <vt:lpstr>Passing Function as an Argument</vt:lpstr>
      <vt:lpstr>Lambda Functions</vt:lpstr>
      <vt:lpstr>map() Function</vt:lpstr>
      <vt:lpstr>Example </vt:lpstr>
      <vt:lpstr>Example </vt:lpstr>
      <vt:lpstr>filter() Function</vt:lpstr>
      <vt:lpstr>Example: Even Numbers</vt:lpstr>
      <vt:lpstr>Students Who Passed</vt:lpstr>
      <vt:lpstr>reduce() Function</vt:lpstr>
      <vt:lpstr>Example: Sum of Numbers</vt:lpstr>
      <vt:lpstr>Example: Product of Numbers</vt:lpstr>
      <vt:lpstr>Difference Between map(), filter() and reduce()</vt:lpstr>
      <vt:lpstr>What is a Decorator?</vt:lpstr>
      <vt:lpstr>Why do we need decorators?</vt:lpstr>
      <vt:lpstr>PowerPoint Presentation</vt:lpstr>
      <vt:lpstr>Why do we need decorators?</vt:lpstr>
      <vt:lpstr>PowerPoint Presentation</vt:lpstr>
      <vt:lpstr>Basic Decorator</vt:lpstr>
      <vt:lpstr>Using @ Syntax</vt:lpstr>
      <vt:lpstr>PowerPoint Presentation</vt:lpstr>
      <vt:lpstr>Creating a decorator step by step</vt:lpstr>
      <vt:lpstr>Step 2: Pass the function to another function</vt:lpstr>
      <vt:lpstr>Step 3: Add a wrapper function </vt:lpstr>
      <vt:lpstr>Step 4: Apply the decorator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3</cp:revision>
  <dcterms:created xsi:type="dcterms:W3CDTF">2026-09-22T04:01:12Z</dcterms:created>
  <dcterms:modified xsi:type="dcterms:W3CDTF">2026-09-23T09:48:49Z</dcterms:modified>
</cp:coreProperties>
</file>