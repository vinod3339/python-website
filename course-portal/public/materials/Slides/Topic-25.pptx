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1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109728" cy="14630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1645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 Python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introduction to data analysis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234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Pandas?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18928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2551176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5511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&amp; loading data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209544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2095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data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3867912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8679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&amp; filtering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754880" y="123444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1234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missing data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754880" y="1892808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5488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18928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data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754880" y="2551176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25511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&amp; aggregation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754880" y="3209544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4880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349240" y="32095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&amp; joining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4754880" y="3867912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54880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349240" y="38679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Pandas?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Python library for data manipulation and analysis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NumPy: fast, flexible and expressive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tabular, time-series and labeled data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CSV, Excel, JSON, SQL and more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widely in data science, finance and research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core data structures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783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labeled array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table of rows and columns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645920"/>
          <a:ext cx="4480560" cy="1828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4206240" y="3657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DataFrame: each column is a Series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&amp; Loading Data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2468880"/>
          </a:xfrm>
          <a:prstGeom prst="roundRect">
            <a:avLst>
              <a:gd name="adj" fmla="val 3704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 = pd.read_csv("data.csv")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pd.read_excel("data.xlsx")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df3 = pd.read_json("data.json")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df.to_csv("out.csv", index=False)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from scratch: pd.DataFrame({"name": ["A","B"], "age": [25, 30]})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Your Data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212080" cy="2468880"/>
          </a:xfrm>
          <a:prstGeom prst="roundRect">
            <a:avLst>
              <a:gd name="adj" fmla="val 3704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  # first 5 rows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df.tail()       # last 5 rows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     # (rows, columns)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    # types, non-null counts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  # summary statistics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      # column names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28016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here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 types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missing values early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habit: run head(), info() and describe() on every new dataset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&amp; Filtering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2468880"/>
          </a:xfrm>
          <a:prstGeom prst="roundRect">
            <a:avLst>
              <a:gd name="adj" fmla="val 3704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df["age"]                      # one column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df[["name", "age"]]            # several columns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df.loc[0, "name"]              # by label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df.iloc[0, 1]                  # by position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df[df["age"] &gt; 25]             # filter rows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df[(df.age &gt; 25) &amp; (df.city == "Pune")]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uses labels, iloc uses positions; combine conditions with &amp; and |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Cleaning Missing Data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df.isna().sum()          # count missing per column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              # drop rows with missing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df.fillna(0)             # fill with a value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df["age"].fillna(df["age"].mean())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df.drop_duplicates()     # remove duplicate rows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9547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to drop or fill based on how much data is missing and why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Data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2468880"/>
          </a:xfrm>
          <a:prstGeom prst="roundRect">
            <a:avLst>
              <a:gd name="adj" fmla="val 3704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df["total"] = df.price * df.qty      # new column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df["age"] = df["age"].astype(int)   # change type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df["name"] = df["name"].str.title() # string ops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df["grade"] = df["score"].apply(f)  # custom function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df.sort_values("total", ascending=False)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6E6E6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df.rename(columns={"qty": "quantity"})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vectorized operations over loops: they are much faster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&amp; Aggregation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df.groupby("city")["sales"].sum()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df.groupby("city").agg(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total=("sales", "sum"),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avg=("sales", "mean"),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df["city"].value_counts()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37160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follows split-apply-combine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&amp; Joining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pd.merge(df1, df2, on="id")                # inner join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pd.merge(df1, df2, on="id", how="left")    # left join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pd.concat([df1, df2])                      # stack rows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pd.concat([df1, df2], axis=1)              # side by side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474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be inner, left, right or outer, just like SQL joins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is 1-D, DataFrame is a 2-D table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with read_csv, read_excel, read_json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with head, info, describe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with loc, iloc and boolean filters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transform, group and merge to reshape data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visualize with df.plot() or Matplotlib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803</Words>
  <Application>Microsoft Office PowerPoint</Application>
  <PresentationFormat>On-screen Show (16:9)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 in Python</dc:title>
  <dc:subject>PptxGenJS Presentation</dc:subject>
  <dc:creator>PptxGenJS</dc:creator>
  <cp:lastModifiedBy>S VINOD KUMAR</cp:lastModifiedBy>
  <cp:revision>2</cp:revision>
  <dcterms:created xsi:type="dcterms:W3CDTF">2026-10-07T03:57:30Z</dcterms:created>
  <dcterms:modified xsi:type="dcterms:W3CDTF">2026-10-07T06:21:55Z</dcterms:modified>
</cp:coreProperties>
</file>