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F120-1AC9-097C-18DF-FE445F610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D4BD0-DE8F-E422-818C-A1FEA4603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6CFAD-BC01-E902-5B19-880DC3C1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7164E-1524-91E7-35FA-0A8D563D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D114C-7CDA-825A-78B9-A9CB82021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6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3AEB-6146-F77A-378C-7699A49A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7B379-00CA-6B25-80A6-EB9097E14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B7E8-948E-ADC3-D75A-39CD1692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5751C-F973-AC9A-737C-D7BF5772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C8B4-D94D-63BD-A105-B79C5179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32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7866-E4DD-2E25-9B50-09DFADFC2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EA2F5-5197-69A9-E0F3-FB2C1C126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9A6A9-2BBA-EC13-DE5E-CB2BA170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10DE4-ADE5-3AD8-8FF4-6F3702AC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109DF-2DB2-4B90-E259-43E86BA6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74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8941-D628-8EFC-FAC7-DFA19BFA3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C44E1-4282-A753-E1B2-6EBE5E6DB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8CBF3-4366-8117-94A4-22E988EBA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2A2BA-AB60-D187-27B0-D2E73000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8BB8F-170D-3BD4-767C-C91CB538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C91EE-92CC-BEE3-D226-C02DB6B6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3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252A-B7A7-0468-62AD-0FD0DD410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E5B64-CB8D-CEB3-1218-952C9E619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8D771-0504-572F-8F6D-7D98AEE33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D73EF-7146-039A-2F9E-2B0A2164F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947F5-F026-DB29-5810-6E6D752CF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3296D4-FB07-EFBD-21C7-8864CF5F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1395E-123A-D86C-9EBE-482AE8C2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24F82B-D686-2C1D-B82D-22F37E88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6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0625-00FC-7632-46F5-03316732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D17C2-FC5E-709F-9E46-82D785E3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38A99-1A9E-7FE7-596C-8291ADE1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B057C-AFE9-4A9D-D923-086EC797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46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9F023-DF49-8947-52F7-7F42E444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E8742-CA3D-74C7-563D-529FA992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950DE-592C-59D9-BF85-D6CCB366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20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BEAF-2A73-D74D-113A-4C0F0746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AF33A-FEFF-55DD-14CD-583D1174D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926FF-FF71-F0F7-4E44-592CD0C2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B690E-0112-0FD2-3E0A-BD857E1F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F5D80-1178-FC0D-6A5F-8DD6D307F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A953E-89DF-F5C3-8201-503DEC3B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27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F2FF-0D25-79D5-102F-ED7C7454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B0DBC1-CE25-3C04-C4A3-3A1507EB8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10F3E-42A1-EAE8-CEFE-5E035E877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F1902-2ECB-3B42-9D69-68A726ED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9E5E8-1F30-CD59-F5DC-765C1592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A279D-9633-B571-751E-A84456EE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4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0707-3C89-7561-8905-42DB8C38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61FA8-9AB1-4ED3-5A7F-E481AE667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B5FC1-FA49-2693-F3F9-338DFAEE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1F325-EC55-1714-FCD7-0CBC196C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CC918-AA57-FD57-C76D-AC045BFE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31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44AFB-5EAF-1089-A71B-44C986E1F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87904-6175-C3B1-714C-E9FF5AA54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EF49A-6B9F-B268-6867-7C77D9BB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FA33D-3FCF-7676-359D-A0EF9D9A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42F63-78AB-B226-9EF7-98FFD497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8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0ECCAA-9051-4922-D962-1A8A8C9B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9261-385E-A260-71FD-C871E5C98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5F37C-90D1-91B6-99D4-47AA6BCA7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7DF7C-3F67-4337-B5E6-DC22B85FF1DB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90A13-DD4A-C8DE-BE94-73CF20B2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D0F1F-68DE-A6F1-A430-0130C86DB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36B43-1367-4636-84CD-4690A3880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1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9EAF-DD63-916C-B5D3-65D8C2C72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BE84C-94B0-68A0-93A0-F26CCD161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and Need of Python Programming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271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7C44-A12E-3B65-8A40-505E0C1B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1" y="324571"/>
            <a:ext cx="10525129" cy="174384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5ACD80-CC5F-0DFC-D56F-6945AFBEF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903959"/>
              </p:ext>
            </p:extLst>
          </p:nvPr>
        </p:nvGraphicFramePr>
        <p:xfrm>
          <a:off x="942680" y="1923068"/>
          <a:ext cx="10411120" cy="4053528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05560">
                  <a:extLst>
                    <a:ext uri="{9D8B030D-6E8A-4147-A177-3AD203B41FA5}">
                      <a16:colId xmlns:a16="http://schemas.microsoft.com/office/drawing/2014/main" val="48887452"/>
                    </a:ext>
                  </a:extLst>
                </a:gridCol>
                <a:gridCol w="5205560">
                  <a:extLst>
                    <a:ext uri="{9D8B030D-6E8A-4147-A177-3AD203B41FA5}">
                      <a16:colId xmlns:a16="http://schemas.microsoft.com/office/drawing/2014/main" val="2245121574"/>
                    </a:ext>
                  </a:extLst>
                </a:gridCol>
              </a:tblGrid>
              <a:tr h="67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Python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700545"/>
                  </a:ext>
                </a:extLst>
              </a:tr>
              <a:tr h="67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Easy syntax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More complex syntax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561042"/>
                  </a:ext>
                </a:extLst>
              </a:tr>
              <a:tr h="67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Focus on problem solving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Focus on how the computer works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309328"/>
                  </a:ext>
                </a:extLst>
              </a:tr>
              <a:tr h="67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Automatic memory management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Manual memory management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378207"/>
                  </a:ext>
                </a:extLst>
              </a:tr>
              <a:tr h="67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Interpreted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Compiled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667699"/>
                  </a:ext>
                </a:extLst>
              </a:tr>
              <a:tr h="67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Faster to develop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Faster execution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835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387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4638-E9A0-17BA-2520-12E56FE2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Learn 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A6731-C9F2-07F3-339C-FEC00222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teaches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programming.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How Memory Works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C, you manage memory yourself.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a = 10;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and Heap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00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8F5F-80F3-7577-08F4-7EF3167BF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4FE8-274A-44F2-2279-717BE359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10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hides all these details.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13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DBED-AFDC-F06B-9B9B-E4922357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How Data is Stored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11B3D-65AF-12F7-C0E8-A8832E475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helps you understand that:</a:t>
            </a:r>
          </a:p>
          <a:p>
            <a:r>
              <a:rPr lang="sv-S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= 4 bytes</a:t>
            </a:r>
          </a:p>
          <a:p>
            <a:r>
              <a:rPr lang="sv-S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= 1 byte</a:t>
            </a:r>
          </a:p>
          <a:p>
            <a:r>
              <a:rPr lang="sv-S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= 4 bytes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simply lets you write: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10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worrying about storage.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11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C9FE-1FCE-61B2-1EBA-F0BC20CD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Compilation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B7145-0493-A114-580F-466F249A7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Programming Language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B333B-789A-CC9F-0112-E9DA133751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Code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30EB7-63A1-43D5-EAA9-81D942056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Python Programming </a:t>
            </a:r>
            <a:r>
              <a:rPr lang="en-US" dirty="0" err="1"/>
              <a:t>Langiage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CF9FF-F15B-630E-A87D-726E5EAF14A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Interpreter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Virtual Machine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92637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BDB5-BF4C-EB1E-3CAE-E39A0A8A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76" y="-263951"/>
            <a:ext cx="10693924" cy="1555423"/>
          </a:xfrm>
        </p:spPr>
        <p:txBody>
          <a:bodyPr/>
          <a:lstStyle/>
          <a:p>
            <a:r>
              <a:rPr lang="en-IN" dirty="0"/>
              <a:t>Compilation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83A276-13EC-7B6D-C110-DE4BEF0F7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84082"/>
            <a:ext cx="9012474" cy="5566528"/>
          </a:xfrm>
        </p:spPr>
      </p:pic>
    </p:spTree>
    <p:extLst>
      <p:ext uri="{BB962C8B-B14F-4D97-AF65-F5344CB8AC3E}">
        <p14:creationId xmlns:p14="http://schemas.microsoft.com/office/powerpoint/2010/main" val="75439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165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UNIT - I</vt:lpstr>
      <vt:lpstr>Comparison</vt:lpstr>
      <vt:lpstr>Why Learn C?</vt:lpstr>
      <vt:lpstr>Python:</vt:lpstr>
      <vt:lpstr>2. How Data is Stored</vt:lpstr>
      <vt:lpstr>Compilation Process</vt:lpstr>
      <vt:lpstr>Compilation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2026-07-15T07:04:46Z</dcterms:created>
  <dcterms:modified xsi:type="dcterms:W3CDTF">2026-07-15T07:29:42Z</dcterms:modified>
</cp:coreProperties>
</file>