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EDCA-2692-A5DE-7220-8075F339F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1528B2-E298-6B45-F0C1-CF6AFC6A4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924E7-A558-73A3-909E-4412167E3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2AAFB-4CD0-4377-98B6-3B950F0CD319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16C28-0AE4-2468-7B74-CDAA5A0A1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DE2DF-6BBD-59FF-82D8-8681F848D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B0AC2-A23D-46D0-871A-E6957DA92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44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832BC-B25E-1C4C-EC88-F93F1EE64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B051F-14ED-3F97-A1C6-A3D457A00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C0D9F-722F-9AE5-6A76-C74213F47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2AAFB-4CD0-4377-98B6-3B950F0CD319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00931-77CB-AB7E-AEE7-105D60017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C5559-BAC3-C2E3-FE8D-872EAAD87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B0AC2-A23D-46D0-871A-E6957DA92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565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E05A9-4E17-8629-9D79-E51354FE5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B6104-8337-7997-041F-E39F7027F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EBE8A-3791-112C-CB8E-2E9515643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2AAFB-4CD0-4377-98B6-3B950F0CD319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1FBA8-B8AC-D7F5-96FC-71B7E2F19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85E5E-AF86-0601-44D8-E94105F92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B0AC2-A23D-46D0-871A-E6957DA92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9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2FA5E-5E2B-740A-953F-F8DD4219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1CCE-96E8-1A5F-512C-C47ADA600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0B7142-FF51-25A1-4ED5-42CA8F75C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CB7C03-139F-285C-FA88-B84CB63B6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2AAFB-4CD0-4377-98B6-3B950F0CD319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EBA84-2203-EC40-C4AE-5FBE2474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3077B-568E-434F-1C2A-46CCFB671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B0AC2-A23D-46D0-871A-E6957DA92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33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93002-B96B-E85E-9182-4EBF7646F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D2694-A679-C962-C46A-F7C17E8F0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5083D9-DAD5-5D53-3400-401B6AC69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CFA1D1-DE2F-85F8-7786-254AEF83CD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7718AE-B1E6-0EF3-186D-BB7064BCA2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6113CB-62E2-65E1-E71A-91F0130A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2AAFB-4CD0-4377-98B6-3B950F0CD319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9B79FA-9B3B-7B30-EC16-80EDF89CF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ED5614-DDFD-22FE-6663-A16A360B1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B0AC2-A23D-46D0-871A-E6957DA92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560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F76E7-72F8-8957-3983-0E9754030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3E510-D9EA-7136-1E31-A779C7520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2AAFB-4CD0-4377-98B6-3B950F0CD319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8EE16C-CE1B-D691-4294-4363CA1FC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757EED-A94E-1693-212B-4975B0B81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B0AC2-A23D-46D0-871A-E6957DA92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70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1F5CF0-A8A0-E6BE-4EAE-072BF3E92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2AAFB-4CD0-4377-98B6-3B950F0CD319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A2C969-AF86-81CB-DB03-64F2C61F1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B548AC-D831-B709-3B6D-1A5D9629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B0AC2-A23D-46D0-871A-E6957DA92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293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19720-4B6D-A487-C817-A9FBACA62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F6F0D-B97F-EC9B-89A3-CFEB4A36F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3978A-DC45-297F-2675-61422D8386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EDE20-9820-E268-974B-094802B51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2AAFB-4CD0-4377-98B6-3B950F0CD319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62C242-B3DA-A8CA-B729-7F3B892C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63468-CFCA-50E8-39B5-4217C30FB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B0AC2-A23D-46D0-871A-E6957DA92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142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D10DD-0622-23FC-906C-0FB34A2BC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8B6BB-EDE0-DA47-4070-109BA66B6E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52603B-2CC5-4D5D-879E-A0482EF38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88274-ECFF-B933-83E6-473A5FE7F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2AAFB-4CD0-4377-98B6-3B950F0CD319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20D64-D7C9-AB3E-5C4E-32FC46F90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88F49-9F33-818A-699B-EC742894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B0AC2-A23D-46D0-871A-E6957DA92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037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AFB67-4457-5635-F592-ACA2CA1C3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61F307-D9FB-57BA-F828-AA40094E4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1085A-68AC-25FF-D199-4EDEB5BA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2AAFB-4CD0-4377-98B6-3B950F0CD319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B033E-3CAF-9CBC-E70B-AF634CA6A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0DE26-1385-F129-F70D-8C9003801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B0AC2-A23D-46D0-871A-E6957DA92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361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CA9E90-88E2-DAA5-0C8F-3AEB90C504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F6A93-F29F-01BA-201A-1E60DDCF9B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35A40-1DAC-C470-C66A-C6BA772D0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2AAFB-4CD0-4377-98B6-3B950F0CD319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8A940-64AD-0230-9D2B-602AD8D9E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AE101-8351-D2D6-FD5D-B9EC501AA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B0AC2-A23D-46D0-871A-E6957DA92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909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3EA3C0-EE75-F6E4-D4F2-849561BB8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0E5F3-CDB9-61C0-B188-E0EE5E2CE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EDBE5-2A97-3D7A-716B-0D994CB7A3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2AAFB-4CD0-4377-98B6-3B950F0CD319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37B8A-D835-943D-B064-CEA6D3372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6EBD2-EC4A-2230-E97F-19EAB3800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1B0AC2-A23D-46D0-871A-E6957DA92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200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E41C0-49D7-00D7-FD3F-6E4E752EE5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Functions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Importing from Packages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750E89-39A8-422C-58B4-A7DE42A973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- 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348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D15EB-C6E8-92A2-6C82-96E6E0B7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Functions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4D00A-13A9-4836-6240-CCD0A8795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functions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already available in Python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You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need to import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any module to use them.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print("Hello")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abs(-25)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print(x)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7252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D3ABC5C-A25B-7F78-008E-E5EB650002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619181"/>
              </p:ext>
            </p:extLst>
          </p:nvPr>
        </p:nvGraphicFramePr>
        <p:xfrm>
          <a:off x="235670" y="150829"/>
          <a:ext cx="11783505" cy="6617624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088774">
                  <a:extLst>
                    <a:ext uri="{9D8B030D-6E8A-4147-A177-3AD203B41FA5}">
                      <a16:colId xmlns:a16="http://schemas.microsoft.com/office/drawing/2014/main" val="2776272414"/>
                    </a:ext>
                  </a:extLst>
                </a:gridCol>
                <a:gridCol w="8694731">
                  <a:extLst>
                    <a:ext uri="{9D8B030D-6E8A-4147-A177-3AD203B41FA5}">
                      <a16:colId xmlns:a16="http://schemas.microsoft.com/office/drawing/2014/main" val="2966640640"/>
                    </a:ext>
                  </a:extLst>
                </a:gridCol>
              </a:tblGrid>
              <a:tr h="389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2551886315"/>
                  </a:ext>
                </a:extLst>
              </a:tr>
              <a:tr h="389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 output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949090604"/>
                  </a:ext>
                </a:extLst>
              </a:tr>
              <a:tr h="389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 user input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681995743"/>
                  </a:ext>
                </a:extLst>
              </a:tr>
              <a:tr h="389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 length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2027974542"/>
                  </a:ext>
                </a:extLst>
              </a:tr>
              <a:tr h="389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type()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 data type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2030375034"/>
                  </a:ext>
                </a:extLst>
              </a:tr>
              <a:tr h="389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 to integer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2546526578"/>
                  </a:ext>
                </a:extLst>
              </a:tr>
              <a:tr h="389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float()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 to float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502274970"/>
                  </a:ext>
                </a:extLst>
              </a:tr>
              <a:tr h="389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str()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 to string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4190140327"/>
                  </a:ext>
                </a:extLst>
              </a:tr>
              <a:tr h="389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Largest value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3770483434"/>
                  </a:ext>
                </a:extLst>
              </a:tr>
              <a:tr h="389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Smallest value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2396503447"/>
                  </a:ext>
                </a:extLst>
              </a:tr>
              <a:tr h="389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 of numbers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64440341"/>
                  </a:ext>
                </a:extLst>
              </a:tr>
              <a:tr h="389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sorted()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Sort iterable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3567175270"/>
                  </a:ext>
                </a:extLst>
              </a:tr>
              <a:tr h="389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round()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Round a number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2776836853"/>
                  </a:ext>
                </a:extLst>
              </a:tr>
              <a:tr h="389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range()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 sequence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3456639539"/>
                  </a:ext>
                </a:extLst>
              </a:tr>
              <a:tr h="389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enumerate()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index and value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941959952"/>
                  </a:ext>
                </a:extLst>
              </a:tr>
              <a:tr h="389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zip()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 iterables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701541867"/>
                  </a:ext>
                </a:extLst>
              </a:tr>
              <a:tr h="389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open()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a file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040593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9045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38728-8BF4-3E8E-988F-8CAF9B3D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Functions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EA0AD-665C-2C88-62E5-C3A041A84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numbers = [10, 20, 30]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(numbers))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print(max(numbers))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print(sum(numbers))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878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7B8BF-43DB-A594-615A-2CF7F461C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Importing from Packages (Modules)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7F234-1E17-8EA9-D1DF-7D24BF7D3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9240" y="1489434"/>
            <a:ext cx="10448827" cy="4630967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provides many libraries that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built into the language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To use them, you must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required module or package.</a:t>
            </a:r>
          </a:p>
          <a:p>
            <a:pPr>
              <a:lnSpc>
                <a:spcPct val="16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module_name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math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math.sqrt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(25))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5.0</a:t>
            </a:r>
          </a:p>
        </p:txBody>
      </p:sp>
    </p:spTree>
    <p:extLst>
      <p:ext uri="{BB962C8B-B14F-4D97-AF65-F5344CB8AC3E}">
        <p14:creationId xmlns:p14="http://schemas.microsoft.com/office/powerpoint/2010/main" val="4037416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2F835-BC40-479E-70CC-51556C026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Ways to Import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874E6-6B26-5157-B4CB-61263413A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Import Entire Module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math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math.pi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math.sqrt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(16))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3.141592653589793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4.0</a:t>
            </a:r>
          </a:p>
        </p:txBody>
      </p:sp>
    </p:spTree>
    <p:extLst>
      <p:ext uri="{BB962C8B-B14F-4D97-AF65-F5344CB8AC3E}">
        <p14:creationId xmlns:p14="http://schemas.microsoft.com/office/powerpoint/2010/main" val="3032306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0026A-C1E0-9ADE-E0BB-5D30F7E36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Ways to Import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CA32D-E564-860B-4417-B006B1F7A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Import Specific Functions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math import sqrt, factorial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print(sqrt(49))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print(factorial(5))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7.0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399170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E3F6C-DFA2-C6AD-7A69-C9E0B89F9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Ways to Import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6EA11-5CA2-500B-22FC-649280A23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Import Everything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math import *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print(sqrt(64))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print(pi)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8.0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3.141592653589793</a:t>
            </a:r>
          </a:p>
        </p:txBody>
      </p:sp>
    </p:spTree>
    <p:extLst>
      <p:ext uri="{BB962C8B-B14F-4D97-AF65-F5344CB8AC3E}">
        <p14:creationId xmlns:p14="http://schemas.microsoft.com/office/powerpoint/2010/main" val="259675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88924-AF63-1B0E-1FFA-5D91948C4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Ways to Import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81967-AF8B-0A85-49F3-2BC890FAD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Import with Alias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math as m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m.sqrt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(81))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9.0</a:t>
            </a:r>
          </a:p>
        </p:txBody>
      </p:sp>
    </p:spTree>
    <p:extLst>
      <p:ext uri="{BB962C8B-B14F-4D97-AF65-F5344CB8AC3E}">
        <p14:creationId xmlns:p14="http://schemas.microsoft.com/office/powerpoint/2010/main" val="2149107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0C8C0-E262-CBC0-AC09-8394EE0CC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Ways to Import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98E06-3416-DE84-9AC4-9B5606B1B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 Import Specific Function with Alias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math import factorial as fact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print(fact(6))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720</a:t>
            </a:r>
          </a:p>
        </p:txBody>
      </p:sp>
    </p:spTree>
    <p:extLst>
      <p:ext uri="{BB962C8B-B14F-4D97-AF65-F5344CB8AC3E}">
        <p14:creationId xmlns:p14="http://schemas.microsoft.com/office/powerpoint/2010/main" val="744124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8E4FC-C18E-B1EC-6E10-59584C78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Used Packages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87D0CE-67BD-AADD-30FB-DEEA917423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8043293"/>
              </p:ext>
            </p:extLst>
          </p:nvPr>
        </p:nvGraphicFramePr>
        <p:xfrm>
          <a:off x="904972" y="1838227"/>
          <a:ext cx="8484126" cy="411480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837469">
                  <a:extLst>
                    <a:ext uri="{9D8B030D-6E8A-4147-A177-3AD203B41FA5}">
                      <a16:colId xmlns:a16="http://schemas.microsoft.com/office/drawing/2014/main" val="3341128488"/>
                    </a:ext>
                  </a:extLst>
                </a:gridCol>
                <a:gridCol w="5646657">
                  <a:extLst>
                    <a:ext uri="{9D8B030D-6E8A-4147-A177-3AD203B41FA5}">
                      <a16:colId xmlns:a16="http://schemas.microsoft.com/office/drawing/2014/main" val="4291407374"/>
                    </a:ext>
                  </a:extLst>
                </a:gridCol>
              </a:tblGrid>
              <a:tr h="45667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Package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9772063"/>
                  </a:ext>
                </a:extLst>
              </a:tr>
              <a:tr h="45667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Mathematical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517147"/>
                  </a:ext>
                </a:extLst>
              </a:tr>
              <a:tr h="45667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numbers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7100399"/>
                  </a:ext>
                </a:extLst>
              </a:tr>
              <a:tr h="45667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 and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6203814"/>
                  </a:ext>
                </a:extLst>
              </a:tr>
              <a:tr h="45667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Statistical calculations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3471165"/>
                  </a:ext>
                </a:extLst>
              </a:tr>
              <a:tr h="45667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 functions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954785"/>
                  </a:ext>
                </a:extLst>
              </a:tr>
              <a:tr h="45667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interpreter interaction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6895843"/>
                  </a:ext>
                </a:extLst>
              </a:tr>
              <a:tr h="45667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Time-related functions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174537"/>
                  </a:ext>
                </a:extLst>
              </a:tr>
              <a:tr h="45667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calendar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Calendar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834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5799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369</Words>
  <Application>Microsoft Office PowerPoint</Application>
  <PresentationFormat>Widescreen</PresentationFormat>
  <Paragraphs>121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Built-in Functions – Importing from Packages</vt:lpstr>
      <vt:lpstr>Built-in Functions</vt:lpstr>
      <vt:lpstr>PowerPoint Presentation</vt:lpstr>
      <vt:lpstr>Built-in Functions</vt:lpstr>
      <vt:lpstr>Importing from Packages (Modules)</vt:lpstr>
      <vt:lpstr>Different Ways to Import</vt:lpstr>
      <vt:lpstr>Different Ways to Import</vt:lpstr>
      <vt:lpstr>Different Ways to Import</vt:lpstr>
      <vt:lpstr>Different Ways to Import</vt:lpstr>
      <vt:lpstr>Different Ways to Import</vt:lpstr>
      <vt:lpstr>Commonly Used Packages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VINOD KUMAR</dc:creator>
  <cp:lastModifiedBy>S VINOD KUMAR</cp:lastModifiedBy>
  <cp:revision>1</cp:revision>
  <dcterms:created xsi:type="dcterms:W3CDTF">2026-08-06T09:02:55Z</dcterms:created>
  <dcterms:modified xsi:type="dcterms:W3CDTF">2026-08-06T09:28:55Z</dcterms:modified>
</cp:coreProperties>
</file>