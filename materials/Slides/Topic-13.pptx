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B620E-C4B1-465E-8CE1-5A8F14394980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81B62-694E-4726-9181-A68EECB54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7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1B62-694E-4726-9181-A68EECB54E4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26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E541-4E52-3B27-9518-1B9B24291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ACE6B-8CA8-C433-6AB8-7196FAD32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96961-FE03-B11A-11F4-36C053FF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75CBC-38FC-2DFC-3518-23FD09BB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5543E-50E3-F196-1232-0935218A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99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8F78-E762-ECAD-7E24-893F90AAF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417D-7E2F-CA3A-3B69-73529CF1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0B96-7D29-49E1-1E16-73C05E9C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0CD68-43E6-C6E9-CF00-F8B3DE734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2D13-F498-806E-4C97-CB5A70EA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17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402DB-D90E-C241-3C5E-EB8F696F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BBABF-0298-1ADF-A2FD-888E10DBF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4D9BB-58C6-6E0E-6D49-A9E41F43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4445-37A8-BAAD-D362-A9E42F44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E2718-BA12-3404-3FDA-4FA33861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73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C49E-0477-1DFD-31AA-C9EDB7CF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3EEEF-D75F-23D8-A872-671A151E6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DE1EA-EF79-A771-9A1E-19A008F24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499C3-C6F5-46C9-EFF5-DFD09441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F0C61-EF8C-6F9B-3063-820F9469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1AC08-9E39-CFA2-90F7-0145E9CC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46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A9DB-44C6-7295-00EE-96993614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DAA67-FDC4-0FA8-9AEE-8FFAA3083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8B5EC-3F4B-83DA-7401-7B4572EC9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E2AF25-9790-CA88-B0C9-505B5B2FD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D5A72-0F5F-93CD-8B9F-51C6C238D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F538B-D471-6311-4BDE-1F22DA76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F8461-340E-4BE0-6671-74161B3C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AA7C9-CBC1-A846-F136-C76C90E3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6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D5F7-AC5A-ED00-D1A1-B057CB48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E7CBB-4453-CE9C-747A-09FCD2AE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9414E-B2EF-6E3C-8251-48F238A7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F84FB-4316-CE17-6B00-B01930C8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6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1B82F-3FE3-23BF-69D3-36F420E2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83EDE-7C14-B839-814D-529067C1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96C7E-4BEA-3DC4-1BAC-DD8CE2CD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74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F412-DB86-8E22-4E80-EED89653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C8923-3A52-AC13-4AF2-8BC445800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46C39-F23D-EFC7-7828-5FC338481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4C3D7-E1B9-EE9C-8DBF-D7005B36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0F1DB-EC19-B334-B2AF-2941508A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3A736-D549-0494-B07D-EA624DAE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10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5D2D-56AA-A9F0-01D3-741C6588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CFDFD-2822-835C-FF66-02B4425D9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41DAF-2728-EE30-6BC5-715501DC5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D2064-36FC-AC4F-F8F8-AF6803D0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05D37-34D5-2157-E437-ED0C203A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CE97A-E69E-6755-1386-BDE844B6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6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3207-FBB3-2E7E-0E51-A0A10575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813F1-2DE3-9BAC-401E-280E33E83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46F21-4FCF-0850-D081-25D48117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12BF9-11AD-1658-5EDB-78DD8D98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9EEA-E7FA-06C5-C96C-3FD242DF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8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52885-9DE5-6EDC-A9BC-3BF49A1B4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B18F9-8078-DEF9-F440-D877C0609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5834E-B058-DDF5-7E6F-1E5961F66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66B05-D289-68B3-38AD-D3F45E47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8DBC9-E324-4521-3F8C-455088B4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702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37685-1094-16D4-8D53-2C5E7E505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71FE6-856C-D13C-165F-0BB55A360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8FAC3-4A20-CAB9-2937-F02363863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3C3F7-89CA-41FD-B370-E3D263D772C6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7760B-106A-B76A-C13B-2CF927F3F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8A3C-F243-0EC3-BA4A-C9EA0B429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DE2F0-96FD-4184-977A-DE6C56BA0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3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364F-D82A-C59F-159C-34FFD918F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5F8FD-4564-53B3-4C89-186852791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add, and replace values, Operations on dictionaries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6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9EAB-584D-5C9D-4771-D81F6B2E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CFB5-8E55-513C-9A52-546809626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represents a group of elements arranged in the form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key-value pairs.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dictionary,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element is considered as ‘key’ and immediate next element is taken as its ‘value’.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and its value are separated by colon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(: ).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key-value pairs in a dictionary are inserted in curly braces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{}.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254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9F563A-3E14-EC86-8A9A-C2D2ADBE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D0F85-CF7F-4499-3C2C-CFE54F14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mutable data-structure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dictionary is defined into element Keys and values.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 must be a single element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can be any type such as list, tuple, integer,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9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84F0-3B66-1D7D-AD0B-EA23EC5B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B578-C7EA-816B-75AB-B5EC33214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 { &lt;key&gt; : &lt;value&gt;,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&lt;key&gt; : &lt;value&gt;,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&lt;key&gt; : &lt;value&gt;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{‘name’ : ’tom’, ’age’ : ’10’}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71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3768-16DE-CB64-CC32-10AEE8C7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801EE-26AA-D4AF-509F-839CF3A51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0" y="1527142"/>
            <a:ext cx="10411120" cy="46498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Empty dictionary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{}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Dictionary with data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"name": "Alice",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"age": 20,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"grade": "A"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4455FF-31B8-1E38-3B51-DB273D7C9537}"/>
              </a:ext>
            </a:extLst>
          </p:cNvPr>
          <p:cNvSpPr/>
          <p:nvPr/>
        </p:nvSpPr>
        <p:spPr>
          <a:xfrm>
            <a:off x="6027655" y="2005552"/>
            <a:ext cx="5774703" cy="28468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{'name': 'Alice', 'age': 20, 'grade': 'A'}</a:t>
            </a:r>
          </a:p>
        </p:txBody>
      </p:sp>
    </p:spTree>
    <p:extLst>
      <p:ext uri="{BB962C8B-B14F-4D97-AF65-F5344CB8AC3E}">
        <p14:creationId xmlns:p14="http://schemas.microsoft.com/office/powerpoint/2010/main" val="139813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A4AF-6EC6-758D-4806-A37FA94C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2FED-2DAE-6AD2-59C4-7AEDA1CC5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print(student["name"])      # Alice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student.get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("age"))   # 20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get() avoids an error if the key doesn't exist.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student.get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("city"))        # None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student.get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("city", "N/A")) # N/A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56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F0C5-AD0E-CF39-F859-6C3E23CC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or Updating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904AB-CF92-AB39-F229-9BC1318A3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student["city"] = "New York"  # Add new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student["age"] = 21           # Update existing key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07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0A40-93C8-0417-1186-8A12BF6B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98266-E52C-C404-AB56-215E8ABBF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student.pop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("grade")     # Removes 'grade'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 student["city"]      # Deletes 'city'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6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EA36-F590-7135-C070-F573DB13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the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8E7F-D991-57E0-CC0B-61ADED0D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student.clear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5470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016E-D18D-72C9-26F5-4C6D0D73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Looping Through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A41D-CE65-C6C7-50D9-9AB954592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6363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{"name": "Alice", "age": 20, "grade": "A"}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key in student: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print(key)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B2B9EF-3804-8A59-C1B2-B22466E1ADDA}"/>
              </a:ext>
            </a:extLst>
          </p:cNvPr>
          <p:cNvSpPr/>
          <p:nvPr/>
        </p:nvSpPr>
        <p:spPr>
          <a:xfrm>
            <a:off x="5712643" y="2951686"/>
            <a:ext cx="4364610" cy="25169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</a:p>
        </p:txBody>
      </p:sp>
    </p:spTree>
    <p:extLst>
      <p:ext uri="{BB962C8B-B14F-4D97-AF65-F5344CB8AC3E}">
        <p14:creationId xmlns:p14="http://schemas.microsoft.com/office/powerpoint/2010/main" val="613495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778E-7C8D-F381-4E0A-B0C9AB79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82ECD-45FC-56E3-6143-0F4938FDA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value in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student.values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print(value)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17D0F5-22AF-F52C-1731-9EF03DF8554F}"/>
              </a:ext>
            </a:extLst>
          </p:cNvPr>
          <p:cNvSpPr/>
          <p:nvPr/>
        </p:nvSpPr>
        <p:spPr>
          <a:xfrm>
            <a:off x="6561056" y="1461155"/>
            <a:ext cx="3874416" cy="16685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7010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42EB-62CE-35A4-191D-28559DF5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42" y="518474"/>
            <a:ext cx="10741058" cy="117221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key-value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17A4-ED8A-FB73-A73B-D2F688649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key, value in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student.items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print(key, ":", value)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F1751A-F7FB-9091-D788-B947F37FEF9A}"/>
              </a:ext>
            </a:extLst>
          </p:cNvPr>
          <p:cNvSpPr/>
          <p:nvPr/>
        </p:nvSpPr>
        <p:spPr>
          <a:xfrm>
            <a:off x="6740165" y="1825625"/>
            <a:ext cx="4270342" cy="2878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 : Alice</a:t>
            </a:r>
          </a:p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 : 20</a:t>
            </a:r>
          </a:p>
          <a:p>
            <a:pPr algn="ctr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grade : A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39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CFCBC5-35DB-A215-FBF6-F15998611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952523"/>
              </p:ext>
            </p:extLst>
          </p:nvPr>
        </p:nvGraphicFramePr>
        <p:xfrm>
          <a:off x="942680" y="669303"/>
          <a:ext cx="10411120" cy="518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05560">
                  <a:extLst>
                    <a:ext uri="{9D8B030D-6E8A-4147-A177-3AD203B41FA5}">
                      <a16:colId xmlns:a16="http://schemas.microsoft.com/office/drawing/2014/main" val="2030763336"/>
                    </a:ext>
                  </a:extLst>
                </a:gridCol>
                <a:gridCol w="5205560">
                  <a:extLst>
                    <a:ext uri="{9D8B030D-6E8A-4147-A177-3AD203B41FA5}">
                      <a16:colId xmlns:a16="http://schemas.microsoft.com/office/drawing/2014/main" val="3918364502"/>
                    </a:ext>
                  </a:extLst>
                </a:gridCol>
              </a:tblGrid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Method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Description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637704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get(key)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Returns value of key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268802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keys()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Returns all keys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017739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values()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Returns all values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356571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items()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Returns key-value pairs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03085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pop(key)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Removes specified key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161425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popitem()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Removes last inserted item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803137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clear()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Removes all items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566034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update()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Updates dictionary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625578"/>
                  </a:ext>
                </a:extLst>
              </a:tr>
              <a:tr h="51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copy()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Creates a copy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45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50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9D8D-71E1-80DE-28D6-A72898B0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2507-2AFA-C170-7657-7F78EFF2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{"name": "Alice"}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student.update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({"age": 20, "grade": "A"})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print(student)</a:t>
            </a:r>
          </a:p>
        </p:txBody>
      </p:sp>
    </p:spTree>
    <p:extLst>
      <p:ext uri="{BB962C8B-B14F-4D97-AF65-F5344CB8AC3E}">
        <p14:creationId xmlns:p14="http://schemas.microsoft.com/office/powerpoint/2010/main" val="3539714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29C4-86F7-7280-59EF-54E09FA1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if a Key Exists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DD917-9618-C5DC-8409-FA1F71D4D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"name" in student: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print("Key exists")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410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AFE6-CAA7-8256-FC53-E50FF321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Dictionaries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58666-7D0F-C039-6E0F-C47D82D3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34" y="1216058"/>
            <a:ext cx="10392266" cy="496090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=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"student1":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"name": "Alice",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"age": 20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"student2":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"name": "Bob",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"age": 22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print(students["student1"]["name"])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558AB5-E026-76A5-2BD2-417FC64B9E0E}"/>
              </a:ext>
            </a:extLst>
          </p:cNvPr>
          <p:cNvSpPr/>
          <p:nvPr/>
        </p:nvSpPr>
        <p:spPr>
          <a:xfrm>
            <a:off x="6004874" y="1558713"/>
            <a:ext cx="4421171" cy="19669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Alice</a:t>
            </a:r>
          </a:p>
        </p:txBody>
      </p:sp>
    </p:spTree>
    <p:extLst>
      <p:ext uri="{BB962C8B-B14F-4D97-AF65-F5344CB8AC3E}">
        <p14:creationId xmlns:p14="http://schemas.microsoft.com/office/powerpoint/2010/main" val="2913933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8008-F8F9-20A1-3718-1142422D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37F0-5787-DCE3-F680-757D711FD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squares = {x: x*x for x in range(1, 6)}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print(squares)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615E01-9B60-756D-126E-1D914565EB1A}"/>
              </a:ext>
            </a:extLst>
          </p:cNvPr>
          <p:cNvSpPr/>
          <p:nvPr/>
        </p:nvSpPr>
        <p:spPr>
          <a:xfrm>
            <a:off x="5024487" y="3063711"/>
            <a:ext cx="5354424" cy="19136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{1: 1, 2: 4, 3: 9, 4: 16, 5: 25}</a:t>
            </a:r>
          </a:p>
        </p:txBody>
      </p:sp>
    </p:spTree>
    <p:extLst>
      <p:ext uri="{BB962C8B-B14F-4D97-AF65-F5344CB8AC3E}">
        <p14:creationId xmlns:p14="http://schemas.microsoft.com/office/powerpoint/2010/main" val="325372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550FB-1A06-6ECD-7094-3AF0FF0E9271}"/>
              </a:ext>
            </a:extLst>
          </p:cNvPr>
          <p:cNvSpPr txBox="1"/>
          <p:nvPr/>
        </p:nvSpPr>
        <p:spPr>
          <a:xfrm>
            <a:off x="556181" y="810706"/>
            <a:ext cx="74071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{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"Alice": 90,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"Bob": 85,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"Charlie": 95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Add a new student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marks["David"] = 88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Update marks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marks["Bob"] = 89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Print all students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name, mark in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marks.items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print(f"{name}: {mark}")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44730A-B689-DDDE-2020-491199E537D3}"/>
              </a:ext>
            </a:extLst>
          </p:cNvPr>
          <p:cNvSpPr/>
          <p:nvPr/>
        </p:nvSpPr>
        <p:spPr>
          <a:xfrm>
            <a:off x="5816338" y="1291472"/>
            <a:ext cx="4788817" cy="2592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Alice: 90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Bob: 89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Charlie: 95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David: 88</a:t>
            </a:r>
          </a:p>
        </p:txBody>
      </p:sp>
    </p:spTree>
    <p:extLst>
      <p:ext uri="{BB962C8B-B14F-4D97-AF65-F5344CB8AC3E}">
        <p14:creationId xmlns:p14="http://schemas.microsoft.com/office/powerpoint/2010/main" val="190346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CCFA-3E31-48A1-A3D9-6CE41B5F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27F7-9B10-1968-409C-2E6952D79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642" y="1621410"/>
            <a:ext cx="10213157" cy="45555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lookup using keys (average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complexity).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are unique.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can be of any data type.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update, add, and remove data.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representing structured data (e.g., student records, configurations).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60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745</Words>
  <Application>Microsoft Office PowerPoint</Application>
  <PresentationFormat>Widescreen</PresentationFormat>
  <Paragraphs>144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Dictionary</vt:lpstr>
      <vt:lpstr>Dictionary</vt:lpstr>
      <vt:lpstr>Dictionary</vt:lpstr>
      <vt:lpstr>Dictionary</vt:lpstr>
      <vt:lpstr>Creating a Dictionary</vt:lpstr>
      <vt:lpstr>Accessing Values</vt:lpstr>
      <vt:lpstr>Adding or Updating Items</vt:lpstr>
      <vt:lpstr>Removing Items</vt:lpstr>
      <vt:lpstr>Clear the dictionary</vt:lpstr>
      <vt:lpstr>Looping Through a Dictionary</vt:lpstr>
      <vt:lpstr>Loop through values</vt:lpstr>
      <vt:lpstr>Loop through key-value pairs</vt:lpstr>
      <vt:lpstr>PowerPoint Presentation</vt:lpstr>
      <vt:lpstr>Example:</vt:lpstr>
      <vt:lpstr>Checking if a Key Exists</vt:lpstr>
      <vt:lpstr>Nested Dictionaries </vt:lpstr>
      <vt:lpstr>Dictionary Comprehension</vt:lpstr>
      <vt:lpstr>PowerPoint Presentation</vt:lpstr>
      <vt:lpstr>Advantages of Dictionaries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2026-08-13T04:05:51Z</dcterms:created>
  <dcterms:modified xsi:type="dcterms:W3CDTF">2026-08-13T05:35:02Z</dcterms:modified>
</cp:coreProperties>
</file>