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5503-C2F3-1D80-4A82-E72D19237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32C77-8008-5ACA-16E6-66D15DBAF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244CD-E159-4A96-80CC-39E722BB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E34C7-4369-1174-A2EF-C33770ED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0E4BC-0981-A2AC-D194-099667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2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37F3-6C9A-35AA-0505-065BD87B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653B1-87C0-5048-87AB-EC3882A64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816C-7A5E-9C28-2896-E7114D37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4E48-6FB5-B893-A11B-6008A43B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493F6-5B5E-4EA6-3372-37DB6DFC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93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43F2-13F5-62F8-BFA0-E9768657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F6416-FFA2-9279-C56D-7A9BBA7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D1A4-5AA2-78F4-CC71-B84BAE6F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E21B3-89C9-5ED8-1F61-43ACC313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F6880-07D8-1B9F-B086-BF6C2606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58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24DA-6D6E-9277-B840-5FBF37BB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BB3F-E473-782B-05AA-E0F50CD25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87E45-40F9-E5E2-67C4-1570BD628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06E03-234D-7386-724D-CBCD3CF3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FF32-2978-2DDC-D374-21480430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CDEA-FBD9-DB10-926D-399CE14C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6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68CD-606B-AF83-0528-9C1D6747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81434-5354-9DEB-FF83-99738E44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34862-B86D-16CC-8329-22924F56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DD650-2973-8276-C4C2-BF57BA6F4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3B6AD-59D4-9CC5-F6E2-F10E4BF0B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71E4B-B37A-28C8-2C00-674DE773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CD36E-EEE7-3AE2-CD7C-86971808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2A366-656E-1477-5B0A-CDD46DDA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6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2571-0432-D958-C994-7BC7612B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2E42D-1F5E-CEC4-49F2-90B4B63E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C226C-E132-961D-7D53-9F1FFA8B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73518-8674-ACA2-20EF-A4F782C8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96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868FB-B275-381F-04AD-4B6D134E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A8FCE-AA5C-44C3-C734-DD464464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5D4A8-DF5A-06F4-9292-917A9E17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49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C7C87-0C7B-9E9A-6EEB-610993AC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CD084-7E07-E42D-1E9F-11536CAAF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F6CCE-14F4-8570-7165-D9059FA75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F87CA-386A-E27B-C382-5DBA7120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5D6F4-CA0E-F7AA-E428-AE04E292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8CF3B-71A2-B2E2-03DD-290FD244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2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95CD-E5C0-B068-840E-A052E209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0CD15-8D67-5FC5-BADE-7AEB48ADE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B814F-6830-2AA1-1350-13D13A152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02A68-59D8-5CF2-C083-23FFBCD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F9435-6A00-0FC0-BF1E-8949D45F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751F6-3DEF-19B2-8A4D-05262DB0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4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5630-20CA-F4EC-CC56-ABE4A769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ABFAD-5DB5-F25F-21D0-68F5B1F03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228F-CDE5-157A-D42D-A74E6F54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54CD-9559-3B38-F5D6-638D5D0D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0D29E-0D61-A6F7-2DFE-498C59CB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0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6D678-D972-C603-068A-9FE09588D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58B9E-3413-2858-565F-6B0FD8065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B65FB-8306-1B1C-192D-F0723F94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1CBC-1AB4-D374-73B2-5B8BB396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41AD4-6E0D-5742-313F-25C0C434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94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61B29-23BA-90BB-E680-937A2D6B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50E5B-0250-1E80-8744-D4C4E53B0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6D32C-F8B0-FD10-0BAA-812586276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B42FB-7D87-4B60-8657-E3678DB02126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0990-4C4A-078D-68A3-8F99C608A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66BA-B10C-D31F-2E7D-F897FED9B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B268A-C1F8-40D4-8803-DD58A07B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72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D4C5-0B5B-E6B6-6187-FF6CB6C514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5F45-7160-FD3C-3833-6AE1C32F6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747837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87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51C5-1D61-F23C-F063-37D4943D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5DE5-C70D-03D4-8684-5EE838B6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have developed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large application that includes many modules.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modules grows, it becomes difficult to keep track of them all if they are dumped into one location.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particularly so if they have similar names or functionality. You might wish for a means of grouping and organizing them.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60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4208-B68F-C279-87B6-2C24A775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2A45A-31D1-8C84-30CD-165211BD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allow for a hierarchical structuring of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namespace using dot notation.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same way that modules help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collisions between global variable names, packages help avoid collisions between module names.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8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3621-4E7D-B25D-B0C4-094409F4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F013-8B87-0FA4-1095-17227FF9A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package is quite straightforward, since it makes use of the operating system’s inherent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file structure.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arrangement: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mage of a Python package">
            <a:extLst>
              <a:ext uri="{FF2B5EF4-FFF2-40B4-BE49-F238E27FC236}">
                <a16:creationId xmlns:a16="http://schemas.microsoft.com/office/drawing/2014/main" id="{69E71F61-F830-F0BC-D85A-2B67EDBB2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501" y="4070023"/>
            <a:ext cx="2750318" cy="164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07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A50E-D363-C694-D2BA-357B796A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7DB5-9C66-81AA-B104-7240D59F6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79"/>
            <a:ext cx="10515600" cy="4847784"/>
          </a:xfrm>
        </p:spPr>
        <p:txBody>
          <a:bodyPr/>
          <a:lstStyle/>
          <a:p>
            <a:pPr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 are a way to organize and structure code by grouping related modules into directories.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package is essentially a folder that contains an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__init__.py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and one or more Python files (modules).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modules to be easily shared and distributed across different applications.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9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AF05-5C3E-98CF-B05A-72AEAFAA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a Python Package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4275-A045-9801-C53F-A0FEEEF9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/>
          <a:lstStyle/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Python file containing reusable code (e.g., math.py).</a:t>
            </a:r>
          </a:p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directory containing modules and a special __init__.py file.</a:t>
            </a:r>
          </a:p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Sub-Packages: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nested within other packages for deeper organization.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4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AD11-A3F2-D3EC-6CE9-3D60B85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packages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6C2BA-7C86-D63D-AEFE-B6D6CE987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728" y="1679158"/>
            <a:ext cx="8454272" cy="42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1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5C3E-6CBD-0890-1B5E-1BC2B17D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packages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6829FB-12BA-962F-D429-52D66CC5F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765" y="1580176"/>
            <a:ext cx="8652235" cy="43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4DD3-32AF-B561-01D9-C5BBC535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packages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E7A82-0507-155B-6261-F5BD3250A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557" y="1754572"/>
            <a:ext cx="8303443" cy="415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6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D3B7-E2C3-01CE-58BB-960C3563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F3CE-AC55-66B6-94DA-C11D65EFE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7" y="1432873"/>
            <a:ext cx="10401693" cy="4744089"/>
          </a:xfrm>
        </p:spPr>
        <p:txBody>
          <a:bodyPr>
            <a:normAutofit fontScale="77500" lnSpcReduction="20000"/>
          </a:bodyPr>
          <a:lstStyle/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Directory: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folder that will act as the package root.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Modules: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the directory, add Python files (modules). Each module can contain related functions or classes.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__init__.py: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an __init__.py file to the directory. This file tells Python that the directory should be treated as a package.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Sub-packages (Optional):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can organize code further by creating subdirectories with their own __init__.py files.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Modules: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 or functions inside the package can be imported using dot notation, for example: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5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231D-A81D-F262-44DA-54796446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D15F4-1DD0-AE84-D1C4-CC866A432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1472"/>
            <a:ext cx="10681355" cy="488549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mypackage.module1 import greet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we create a package called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organize mathematical functions. The package contains two sub-packages:</a:t>
            </a:r>
          </a:p>
          <a:p>
            <a:pPr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 and subtraction</a:t>
            </a:r>
          </a:p>
          <a:p>
            <a:pPr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multiplication and division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5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BFE2-DEEA-E20F-8F28-DCF15F7D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2C62C-2F2D-8370-0A2D-D2EFEFE91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526" y="1602557"/>
            <a:ext cx="8607474" cy="430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2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62F2-6349-43A8-2B35-4015B33E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50CC9-2B32-7572-AE1F-2368245E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498862"/>
            <a:ext cx="10411120" cy="46781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math_operations/__init__.py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This file initializes the main package and exposes commonly used functions so they can be imported directly from the package.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.calculate import calculate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.basic import add, subtract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.advanced import multiply, divide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2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2907-B5D7-E5B3-A954-51926619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9E978-5FAA-F50E-12CF-D3C22FB2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8606"/>
            <a:ext cx="10690781" cy="483835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math_operations/calculate.py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This module contains a simple function that prints a message indicating that a calculation is being performed.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calculate():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print("Performing calculation...")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28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DB2A-F0C5-E949-651E-D8A9F108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34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29F3-38AE-B75E-C103-9ECF4359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472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math_operations/basic/__init__.py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This file initializes the basic sub-package and makes the add and subtract functions available when the sub-package is imported.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.add import add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.sub import subtract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27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8460-8CFD-CC6F-AC15-FAD37A74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2D17B-97DA-B343-574D-967908815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6" y="1517715"/>
            <a:ext cx="10401693" cy="46592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math_operations/basic/add.py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This module contains the function for performing addition.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8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D5CE-24BE-E3CE-0216-04A136B2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577F-6E2E-276F-6864-B5F8BA040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math_operations/basic/sub.py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module contains the function for performing subtraction.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subtract(a, b):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- 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002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3AB8-2AF8-181E-52D3-984C82CE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Accessing Packages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1C7B-9B61-C750-44A3-77D90BFF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math_operations/advanced/__init__.py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This file initializes the advanced sub-package and exposes the multiply and divide functions from their respective modules.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multiply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.div import divide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355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1B91-1B1B-F080-91F4-DA827119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Package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445EB-9F26-FE08-27D1-B813A2FB0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936"/>
            <a:ext cx="10515600" cy="507402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can import functions from the package and use them in our program.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math_operations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calculate, add, subtract, multiply, divide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Using the placeholder calculate function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Perform basic operations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print("Addition:", add(5, 3))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print("Subtraction:", subtract(10, 4))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Perform advanced operations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print("Multiplication:", multiply(4, 2))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print("Division:", divide(10, 2))</a:t>
            </a:r>
          </a:p>
        </p:txBody>
      </p:sp>
    </p:spTree>
    <p:extLst>
      <p:ext uri="{BB962C8B-B14F-4D97-AF65-F5344CB8AC3E}">
        <p14:creationId xmlns:p14="http://schemas.microsoft.com/office/powerpoint/2010/main" val="2489564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0A61-8FA2-0955-4E28-73D78049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 for Web Frameworks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0D948-FBFD-6FF4-E938-37B222CA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/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Pyramid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Tornado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</a:p>
          <a:p>
            <a:pPr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CherryPy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33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8F51-5A85-01ED-7D4D-6D10CD9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 for AI &amp; Machine Learning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558CC-09ED-EBD4-76F3-35E7A165E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26" y="1348033"/>
            <a:ext cx="10429973" cy="4828930"/>
          </a:xfrm>
        </p:spPr>
        <p:txBody>
          <a:bodyPr/>
          <a:lstStyle/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</a:p>
          <a:p>
            <a:pPr fontAlgn="base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fontAlgn="base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9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DB-EDBF-CE6E-D133-D9F66D4C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Packages for Game Development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30137-26AD-E14C-7FE0-72DF743AB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82" y="1536569"/>
            <a:ext cx="10269718" cy="4640394"/>
          </a:xfrm>
        </p:spPr>
        <p:txBody>
          <a:bodyPr/>
          <a:lstStyle/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Pyglet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Arcade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800</Words>
  <Application>Microsoft Office PowerPoint</Application>
  <PresentationFormat>Widescreen</PresentationFormat>
  <Paragraphs>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Python Packages</vt:lpstr>
      <vt:lpstr>Python Packages</vt:lpstr>
      <vt:lpstr>Python Packages</vt:lpstr>
      <vt:lpstr>Python Packages</vt:lpstr>
      <vt:lpstr>Python Packages </vt:lpstr>
      <vt:lpstr>Key Components of a Python Package </vt:lpstr>
      <vt:lpstr>Why do we need packages</vt:lpstr>
      <vt:lpstr>Why do we need packages</vt:lpstr>
      <vt:lpstr>Why do we need packages</vt:lpstr>
      <vt:lpstr>Creating and Accessing Packages </vt:lpstr>
      <vt:lpstr>Creating and Accessing Packages </vt:lpstr>
      <vt:lpstr>Creating and Accessing Packages </vt:lpstr>
      <vt:lpstr>Creating and Accessing Packages </vt:lpstr>
      <vt:lpstr>Creating and Accessing Packages </vt:lpstr>
      <vt:lpstr>Creating and Accessing Packages </vt:lpstr>
      <vt:lpstr>Creating and Accessing Packages </vt:lpstr>
      <vt:lpstr>Creating and Accessing Packages </vt:lpstr>
      <vt:lpstr>Creating and Accessing Packages </vt:lpstr>
      <vt:lpstr>Using the Package </vt:lpstr>
      <vt:lpstr>Python Packages for Web Frameworks </vt:lpstr>
      <vt:lpstr>Python Packages for AI &amp; Machine Learning </vt:lpstr>
      <vt:lpstr>Python Packages for Game Development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2026-10-01T09:00:36Z</dcterms:created>
  <dcterms:modified xsi:type="dcterms:W3CDTF">2026-10-01T09:11:09Z</dcterms:modified>
</cp:coreProperties>
</file>