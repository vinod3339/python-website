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5DBC-BB63-78EA-130B-40F7974A3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C1C55-78AA-C7FA-B57F-055510545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C5056-38F8-5ACF-6092-4C02563B0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568E0-8633-6309-9A3F-361A7F05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8F164-705E-CDED-9A9C-420D5491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80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CA5-AC70-0AEE-E57C-FD9CF957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20386-6CCE-75C3-F86A-7CE6C4018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6CCA-513D-E509-8BD3-63D72976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D516A-57E8-1C66-A2B1-8AE56F066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AE20E-A7B8-63D2-1BCF-4D6CFA09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93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F511-FD6C-5827-DD09-104432B7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E9382-D666-262E-5EC6-CD746F57B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D030-1889-9AA3-C65D-990410FF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7F3B-6FF1-DCCD-4BBB-0D7C7220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CAE73-1A70-8167-5E1A-FD1C67A9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0073-F9D6-D878-67F9-CA7E552D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195BB-3FD1-CDA8-6CF3-41B7CC034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7E122-26F9-E1C4-289F-C4CB95D48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867AE-9CDC-CA93-9090-2E70F9CB3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94EC8-35F3-4639-0E81-02867E53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711D9-80FD-8A53-E7E0-39FAEA85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D149E-BCC2-18F4-B6F0-A618AB4C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8344A-F085-FFEC-9AAD-33F389764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6808E-E524-5D8D-1BBA-83B2F4688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220DA-FB4B-875D-D9CB-0CBA8E570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B18D3-C8CE-5BC2-4AEF-F663C0426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7BA5F-CBF0-FF59-F2C9-93620A83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098B4-B9C7-170A-69C9-A5C6DB0D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5878A-DE15-CBBD-C9F4-3D3F3E8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0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FD2E-E1F9-36D0-9290-B795DEED9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8DF17-E108-8325-9F3B-C51AEE0DF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EC647-35C8-416B-77BC-7B4E9FDE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CD6DA-C1D1-60EF-E298-A4FCE5BC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42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64420-DEA3-3876-4A85-88FF2EE2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40225-B23B-1486-4C13-52A66529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A37D0-AED1-85A3-4076-AAD8BC72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38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5309-1D38-C421-F35E-11CE1E07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27F8-9937-58C2-ED37-42D98477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99A28-298E-7ED6-2841-335045466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04327-CDB6-1EC5-938A-F9A8A770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907AF-0556-C3D7-ABCC-149C1B0D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F078F-3D15-EC89-D94A-79C53020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6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4325-1A28-AF12-2058-6852A9FA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85AB1-921B-FCB7-7602-D8E371D98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6C646-AAB3-6C90-2733-8F2E14AEC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3859C-E6F8-A23F-59F2-A61EE2A1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14D53-188E-DA3F-13DE-009218EA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CF6F1-E24F-7CC2-951E-50D6E095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2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34EA-B8D8-9F19-60BF-836B8F38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9BB25-443D-E189-F013-8E659D20C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0E5C0-2EC7-3AB9-2798-56094601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B0BB1-DC16-DF7E-C0B9-43EE618D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E91B8-1AD0-FB85-62F1-6AF2C6E0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13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5F048-60C7-9D95-AD93-BA84072E4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610E2-7127-D608-0286-ECAC83B29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16DEA-9F84-4AB0-BEC7-85FC21CC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2BB9B-9748-0851-A9AA-36F8CD36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E1F20-F06E-AEE8-248A-4253E254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69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6A674-CAB3-AEA1-621D-04AE6AA5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20D40-A342-81B4-FB25-490A9B149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76920-F6BE-8BD5-36C1-653EE9B42E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B8128-50DA-48F3-A567-32F33AC5A859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273EF-D8BD-8856-2C48-375D8FE0D9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0C53-09B7-A29D-EB86-7139CA4BB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7CCFD-6548-4608-9377-268814543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1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745D-857B-FD58-CB79-AC9E3099D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7EFCD-9DB5-C219-6470-6F95B2B41D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 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7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DC11-A6D5-6AC4-B5B3-C99A1187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14BA-929F-CF79-EBD8-26E2F4AD1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522" y="1690688"/>
            <a:ext cx="10326278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language supports the following types of operators.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(Relational)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4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DA07-08A7-916A-CACD-3433EE61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4CC08-F1CA-D47B-54E3-2D47CC55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 some basic arithmetic operators are +,-,*,/,%,**, and //.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apply these operators on numbers as well as variables to perform corresponding operations.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31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FF2B5EF4-FFF2-40B4-BE49-F238E27FC236}">
                <a16:creationId xmlns:a16="http://schemas.microsoft.com/office/drawing/2014/main" id="{2924BAF5-0740-A4DC-12E1-7CC9278F21F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50070" y="405354"/>
            <a:ext cx="9568205" cy="568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43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CA21-F2ED-65F1-4C08-44F3204B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96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D8BC-71FD-B1BF-CC7C-40EB43028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302" y="457200"/>
            <a:ext cx="6114085" cy="540385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a=21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b=10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print("Addition is ",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print("Subtraction is=",a-b)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print("Multiplication is=",a*b)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print("Modulus is=",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a%b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print("Division=",a/b)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a=2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b=3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print("Power value is=",a**b)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a=10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b=4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print("Floor Division is=",a//b)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E7083-A19B-0028-EFEE-1E816B0A9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17715"/>
            <a:ext cx="3932237" cy="435127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35D16A-E03E-A196-CB56-480F3CC3E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48" y="1517715"/>
            <a:ext cx="4389792" cy="435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7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E0BF-D2CE-DB49-39D3-C263BD02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(Relational) Operators: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D571-2CDE-280F-CAEE-277DB8DDC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9"/>
            <a:ext cx="10515600" cy="46403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 compare the values on either sides of them and decide the relation among them.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also called Relational operators.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7">
            <a:extLst>
              <a:ext uri="{FF2B5EF4-FFF2-40B4-BE49-F238E27FC236}">
                <a16:creationId xmlns:a16="http://schemas.microsoft.com/office/drawing/2014/main" id="{41BCE4C7-D60D-26CC-5A8F-9FCD4025987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3509" y="179109"/>
            <a:ext cx="9511645" cy="593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3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5A7E-F97E-9D2C-DD14-B0213DD3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(Relational) Operators: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BDED9-1CF2-D078-D0C4-C7BED7756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a=10 b=30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a&lt;b: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print("b is big")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a&gt;b: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 is big") else: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print("both are equal")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1109-2BCF-661D-C2F3-074B45B4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34532"/>
            <a:ext cx="3932237" cy="4125029"/>
          </a:xfrm>
        </p:spPr>
        <p:txBody>
          <a:bodyPr>
            <a:normAutofit/>
          </a:bodyPr>
          <a:lstStyle/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is big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490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43CE-8290-B3F5-C09D-27BB2C47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8174B-4B66-7E37-9655-1D6018628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Assignment operator is used for assigning the value of right operand to the left operand.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4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">
            <a:extLst>
              <a:ext uri="{FF2B5EF4-FFF2-40B4-BE49-F238E27FC236}">
                <a16:creationId xmlns:a16="http://schemas.microsoft.com/office/drawing/2014/main" id="{C9FBCBC7-8CB3-D69E-9F5D-1667EE4FEFD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0642" y="339363"/>
            <a:ext cx="9916999" cy="559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7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DD54-67DF-8FF7-3C3E-9C784C24F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994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C84201-F20C-2866-F8FD-C833512E6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56" y="2678551"/>
            <a:ext cx="5657637" cy="21220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424DB-D7E9-E04B-64E1-353AEB532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15298"/>
            <a:ext cx="3932237" cy="333708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1CEB2-CC67-BCEB-9F68-AA2F99DA18BD}"/>
              </a:ext>
            </a:extLst>
          </p:cNvPr>
          <p:cNvSpPr txBox="1"/>
          <p:nvPr/>
        </p:nvSpPr>
        <p:spPr>
          <a:xfrm>
            <a:off x="5392131" y="386499"/>
            <a:ext cx="495849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a=20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b=10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3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c+=a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c-=a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c*=a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c*=a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c/=a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c%=a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c%=a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c**=a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c**=a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c//=a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print("value of c//=a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is:",c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9916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B460-5FD3-A5B0-171C-BDE55BA4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636CB-C258-8960-5D6B-1F76D256B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668" y="1263192"/>
            <a:ext cx="10345131" cy="491377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 in Python are used for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 are true or false.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 operators in Python are AND, OR and NOT.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logical operators following condition are applied.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AND operator – It returns TRUE if both the operands (right side and left side) are true.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OR operator- It returns TRUE if either of the operand (right side or left side) is true.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NOT operator- returns TRUE if operand is false.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978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96E5-2F1F-82F4-3EED-3E2A43D7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9942"/>
          </a:xfrm>
        </p:spPr>
        <p:txBody>
          <a:bodyPr/>
          <a:lstStyle/>
          <a:p>
            <a:r>
              <a:rPr lang="en-US" b="1" dirty="0"/>
              <a:t>Logical operator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A1EF0-3F87-44CD-7B39-1714F3879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True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False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print(('a AND b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is',a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print(('a OR b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is',a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b))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print(('NOT a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is',not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22573-A353-3B62-AD0C-97D6CD09A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9241" y="1291473"/>
            <a:ext cx="3772784" cy="4577516"/>
          </a:xfrm>
        </p:spPr>
        <p:txBody>
          <a:bodyPr/>
          <a:lstStyle/>
          <a:p>
            <a:r>
              <a:rPr lang="en-US" dirty="0"/>
              <a:t>	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3F62AD-17A2-C725-A22F-0DCA10B16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64" y="1356945"/>
            <a:ext cx="3932237" cy="200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5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6E17-DBF4-B5F4-A55D-6140D627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4030-3FF1-FCCE-C605-18F3C446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 works on bits and performs bit by bit operation. Assume if a = 60; and b = 13;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in binary format they will be as follows: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44BF7A-B4DA-D884-9A1C-112B2801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62" y="3578347"/>
            <a:ext cx="1872009" cy="12670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0C24A6-5030-E9F6-6517-47167E8CE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234" y="3578348"/>
            <a:ext cx="1872008" cy="12670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D2014C-CA36-E97D-B934-8E57BAE1A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290" y="3578347"/>
            <a:ext cx="1872006" cy="12670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904BD46-4422-2807-018F-23E0DB02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346" y="3578347"/>
            <a:ext cx="1872006" cy="126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1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">
            <a:extLst>
              <a:ext uri="{FF2B5EF4-FFF2-40B4-BE49-F238E27FC236}">
                <a16:creationId xmlns:a16="http://schemas.microsoft.com/office/drawing/2014/main" id="{42A5D2E8-A399-237A-AEB8-A03ACE4FC499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3192" y="643380"/>
            <a:ext cx="9238268" cy="557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61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8A38-6727-7ADD-01C2-E516CB9A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B64E-D29D-5EC6-64B6-B607FB1E3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28" y="1690688"/>
            <a:ext cx="10288571" cy="44862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operators are operators used to validate the membership of a value.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tests for membership in a sequence, such as strings, lists, or tuples. There are two membership operators.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Operator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 Operator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161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7F40-5A0C-286D-BE7D-7C900ED3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operator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A66EE-456B-D367-BD37-2ECBE9864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‘in’ operator is used to check if a value exists in a sequence or not. Evaluates to true if it finds a variable in the specified sequence and false otherwise.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872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0511-456F-9CC5-1361-FF7E914D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9083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operator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08D4-FE31-E885-D1BF-06132F298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[10, 20, 30, 40]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print(20 in numbers)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print(50 in numbers)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2C010-4D0D-A970-6F1B-B7E399B36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68544"/>
            <a:ext cx="3932237" cy="420044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92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D659-FF6E-15F8-C461-F6291459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‘not in’ operator: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9DCAA-57CF-36EC-40B6-EEE5C184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to true if it does not finds a variable in the specified sequence and false otherwise.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15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3F49-09D4-CEA0-7546-7C60D6EA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‘not in’ operator: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6693-B317-21BE-9845-863445AB1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fruits = ["Apple", "Banana", "Mango"]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print("Orange" not in fruits)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print("Banana" not in fruits)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98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4136-33DE-6F5F-EA53-9CABF29D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Operators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C5F4-376E-FE65-937B-4A9D5BACE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operators compare the memory locations of two objects. There are two Identity operators.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Operator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is Operator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74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25D9-5326-6F80-7D3C-5D905EAE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Operators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F4869-55AA-7A7B-4204-42C0B680E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[10, 20, 30]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a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 is b)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 is not b)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021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749</Words>
  <Application>Microsoft Office PowerPoint</Application>
  <PresentationFormat>Widescreen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Operators</vt:lpstr>
      <vt:lpstr>Operators</vt:lpstr>
      <vt:lpstr>Arithmetic Operators </vt:lpstr>
      <vt:lpstr>PowerPoint Presentation</vt:lpstr>
      <vt:lpstr>Arithmetic Operators</vt:lpstr>
      <vt:lpstr>Comparison (Relational) Operators: </vt:lpstr>
      <vt:lpstr>PowerPoint Presentation</vt:lpstr>
      <vt:lpstr>Comparison (Relational) Operators: </vt:lpstr>
      <vt:lpstr>Assignment Operators: </vt:lpstr>
      <vt:lpstr>PowerPoint Presentation</vt:lpstr>
      <vt:lpstr>Assignment Operators: </vt:lpstr>
      <vt:lpstr>Logical operator </vt:lpstr>
      <vt:lpstr>Logical operator </vt:lpstr>
      <vt:lpstr>Bitwise Operators </vt:lpstr>
      <vt:lpstr>PowerPoint Presentation</vt:lpstr>
      <vt:lpstr>Membership Operators</vt:lpstr>
      <vt:lpstr>in operator </vt:lpstr>
      <vt:lpstr>In operator</vt:lpstr>
      <vt:lpstr>‘not in’ operator: </vt:lpstr>
      <vt:lpstr>‘not in’ operator:</vt:lpstr>
      <vt:lpstr>Identity Operators </vt:lpstr>
      <vt:lpstr>Identity Operators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2</cp:revision>
  <dcterms:created xsi:type="dcterms:W3CDTF">2026-07-30T04:57:25Z</dcterms:created>
  <dcterms:modified xsi:type="dcterms:W3CDTF">2026-07-31T09:36:26Z</dcterms:modified>
</cp:coreProperties>
</file>