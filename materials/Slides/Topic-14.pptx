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6" r:id="rId3"/>
    <p:sldId id="274" r:id="rId4"/>
    <p:sldId id="267" r:id="rId5"/>
    <p:sldId id="268" r:id="rId6"/>
    <p:sldId id="269" r:id="rId7"/>
    <p:sldId id="270" r:id="rId8"/>
    <p:sldId id="271" r:id="rId9"/>
    <p:sldId id="273" r:id="rId10"/>
    <p:sldId id="272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B2B17-0790-47CA-AE61-934AA23D1F3A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1B33A-0658-4B6B-B676-557ED88A1F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57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1B33A-0658-4B6B-B676-557ED88A1F5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669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6C31-88DD-EA9A-1A02-ABD252474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57551-9049-7869-0979-FCACFF5F4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66124-DF38-1873-7929-8C0B06B0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25796-18CF-CFC0-F9E3-DCFA4461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1A3FC-9B0C-8BB7-4A17-AF7CBE87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80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6F53-D0F8-02AD-DB18-B8D20C55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9C5D3-A337-728B-6AF9-A73F88D33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DB92E-A4C6-C3B6-C4E1-9B647932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A19F0-F2AA-1BF2-B37C-8F20D3A0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AB34A-A75C-69A9-E3AA-5528EE53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17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5838-369A-F172-CED1-7D194B4E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B4EBB-057D-2234-14F2-1261186C8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2B27E-82A8-7EC3-C1C8-8685A2DF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3A963-06F7-16EE-DE19-5D1C2F26F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92996-3021-38C0-A773-54949349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00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A2F0-1F51-2DCA-05F1-8DEDD448F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4F193-4B99-7002-9EBC-1E6B8EC2B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2C138-16E4-A1BC-5B88-F41F24C7D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8D2AC-35EF-4C5F-E6E9-3031087F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822F3-FB4A-2015-415F-27816430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1B19E-16C3-3118-4F29-291C4763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378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8E4-B4FD-E598-9045-0DDDC9D27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988DB-C730-2233-7000-6DE77598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1A405-C423-2818-7D27-3A1185960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9653C-F645-5C10-B4DF-387D17F65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F8869-08D5-8B71-D8A8-83C3A46AD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DCF2B-6182-97D4-4BCE-3A288E98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07C6E-B63F-EA29-A22F-83C85C5A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71878-0C44-89A5-8480-E70BA329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80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F4631-102D-371F-0A87-63F0D356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1EE8A-525D-C46C-27EF-31BFC08D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07342-7BEF-14AA-C75D-5EB03418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409AC-2DE9-8E8F-6567-3EC1585F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97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D4055-50FC-7F50-5DB6-87A9E9BD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E1F1CB-7210-250B-32A1-C5937199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976E-E7FC-D7BA-7DB6-7CBCC304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63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9514-A522-891C-F08D-AEDBD786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F2183-580B-ACF7-FC58-560BAD08F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6A80E-34FD-AAA1-8271-D23E75218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A38A1-9BE3-3D7F-CDAF-86ABCE20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A3A0F-B584-588A-174D-5250CF84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A9F1E-E79C-6283-5CC4-C0D6E6ADF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25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3956-056F-5016-2E15-269FDEF45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984ED-D05F-17A9-7FE6-568E98DB9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D5D5D-78D7-E527-D9D0-B25E7735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57466-1520-FB05-D976-6E4F51F0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CE5F4-6B9E-BC0C-481B-E507C5D6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7B65A-2FEC-638C-0685-E39EC8EC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51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1088-278F-17D0-D536-3EC04DB6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232A1-996F-EBCD-5580-528AB7B82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BA08D-059F-64D3-A28D-DFE7C197D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91A8A-9869-4C11-FE1D-0BB40493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7D7C9-F6D1-C2AC-9759-1D0BE443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858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84C7D-F27B-D5EA-B864-B3B2A36A9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62F78-0346-2DD9-895E-C45DF362D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2E287-4559-4B14-6948-05516357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827CA-53D6-FA3A-3BC7-C1195F0D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50B6B-1D68-2C57-5E6A-897CF1D6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26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82E96-E84E-29A5-043E-1FDC6AFE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13106-ACBA-324B-214F-2BE45BA2D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AB7DA-32F2-2678-68EB-37AD7C24B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1D8AD-02B8-40D4-80A5-232C96CF0AD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54F86-B897-8579-56F1-01D407C70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275EF-613D-0477-487E-ACC36DE0E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AB9AC-E93C-45FC-94BE-6D7D2AE2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48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ref_func_print.as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ACE8-BB6C-E0AC-D15B-D6FB3771C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06A41-3BE9-1D00-CEC6-BD4D6F22FA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Strings: Comparison, Formatting, Slicing, Splitting, Stripping 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64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3749-0BCB-CA15-067E-343579EA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FC965-24C5-5486-FD52-8DA4F9B66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in python are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surrounded by either single quotation marks, or double quotation marks.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of characters written inside quotes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can include letters, numbers, symbols and spaces.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does not have a separate character type.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are commonly used for text handling and manipulation.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09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DFEF-7CC1-BA2E-5912-03C117F0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F7AC8-C3B2-63A1-8B4B-9284F2A8E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301"/>
            <a:ext cx="10515600" cy="47346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'hello' is the same as "hello".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display a string literal with the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print()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print("Hello")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print('Hello')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24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D6EC-340E-0525-7898-AB2EB023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Quotes Inside Quotes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D6E1F-930D-6985-97A5-499DC82DC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54" y="1508289"/>
            <a:ext cx="10420546" cy="46686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quotes inside a string, as long as they don't match the quotes surrounding the string: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print("It's alright")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print("He is called 'Johnny'")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print('He is called "Johnny"')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76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5CF7-BBA2-5801-CA47-5045DBCB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String to a Variable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69222-2C41-E5BE-47D0-03739A168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a string to a variable is done with the variable name followed by an equal sign and the string: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 "Hello"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</a:p>
        </p:txBody>
      </p:sp>
    </p:spTree>
    <p:extLst>
      <p:ext uri="{BB962C8B-B14F-4D97-AF65-F5344CB8AC3E}">
        <p14:creationId xmlns:p14="http://schemas.microsoft.com/office/powerpoint/2010/main" val="228097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B6F2-9155-317A-3E48-04B5E375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Multiline Strings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DBFFB-8B06-789F-836C-8174AEE2E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862"/>
            <a:ext cx="10515600" cy="467810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assign a multiline string to a variable by using three quotes.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triple quotes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('''...''' ) or ( """...""") for strings that span multiple lines.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Newlines are preserved.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 "“”Python is a programming language. Python can be used in data science, machine learning and deep learning. """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</a:p>
        </p:txBody>
      </p:sp>
    </p:spTree>
    <p:extLst>
      <p:ext uri="{BB962C8B-B14F-4D97-AF65-F5344CB8AC3E}">
        <p14:creationId xmlns:p14="http://schemas.microsoft.com/office/powerpoint/2010/main" val="425621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37E61-D8A6-4DC2-C661-7FB7DAABF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are Arrays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2BBC4-B914-2E01-7AF9-599E3B1F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many other popular programming languages, strings in Python are arrays of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characters.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Python does not have a character data type, a single character is simply a string with a length of 1.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 brackets can be used to access elements of the string.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8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5DF8-829C-1172-A6F4-7488BBBA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are Arrays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E0C6-9672-EB44-8467-B830782B6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 at position 1 (remember that the first character has the position 0):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 "Hello, World!"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print(a[1])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01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5FE4-CDA0-D897-02CA-D7AA5ABB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Characters in String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34768-8164-663A-FA64-92C3FD92E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477236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are indexed sequences. Positive indices start at 0 from the left, negative indices start at -1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right as represented in below image: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789E0-D750-1014-F81C-59186F8C8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457" y="2730157"/>
            <a:ext cx="9511646" cy="325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00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6A7E-4CED-3D4F-FE24-42A9381EE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Looping Through a String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D3916-F41F-5165-DAC9-99B3424B7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972" y="1593130"/>
            <a:ext cx="10448827" cy="45838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strings are arrays, we can loop through the characters in a string, with a for loop.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the letters in the word "banana":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 x in "banana":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print(x)</a:t>
            </a:r>
          </a:p>
        </p:txBody>
      </p:sp>
    </p:spTree>
    <p:extLst>
      <p:ext uri="{BB962C8B-B14F-4D97-AF65-F5344CB8AC3E}">
        <p14:creationId xmlns:p14="http://schemas.microsoft.com/office/powerpoint/2010/main" val="1346794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03FF-B7AF-B5B8-446A-20718DB0F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Formatting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3F69E-4B82-3952-9EAC-6143B01F9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9179"/>
            <a:ext cx="10945305" cy="484778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formatting is the process of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dynamically inserting values or expressions into a string to create and display the desired output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four different ways to perform string formatting:-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% Operator.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format() string method.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string literals, called f-strings.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String Template Class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563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37A8-CC69-979D-B7D9-41F78794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%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532DB-65CE-A1C5-F410-4E1ABB3D8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% operator is an older method of string formatting.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“Alice”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25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= "My name is %s and I am %d years old." % (name, age)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19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1D396-AF98-84A3-213C-0A0A8975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% Operator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9669-7655-8AB6-62B8-47789BFAA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 am 25 years old.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%s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String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%d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Integer 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%f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Floating-point number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845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1ED1-C9D4-10E1-4333-13650B0C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format() String Method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9C4E-8E18-2C00-65A4-8546B9689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format() method replaces placeholders {} with specified values.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“Alice 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25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= "My name is {} and I am {} years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old.".format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(name, age)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446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42C8-F1D7-5D52-1363-C78F7BDF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format() String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ABDA8-C057-0ADC-2355-A0D5CF37D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named placeholders: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= "My name is {name} and I am {age} years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old.".format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name=" Alice ",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age=25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50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B8A1-997C-086F-2C5C-6372FF82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String Literals (f-strings)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94539-B005-1086-4643-3108A98DC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F-strings allow values and expressions to be inserted directly inside a string using {}.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 Alice 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25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f"My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 is {name} and I am {age} years old."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875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7444-7810-B282-89DF-2DEC942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String Literals (f-strings)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F5251-7E05-664B-2B7F-F9EDC1CAB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F-strings can also evaluate expressions: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10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20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f"The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sum of {a} and {b} is {a + b}.")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sum of 10 and 20 is 30.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431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98C7-0C61-67AA-3E4E-AAD9D681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String Template Class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FAD94-CD1E-0B96-B2E3-27C950737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Template class from the string module uses $ placeholders for string formatting.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string import Template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 = Template("My name is $name and I am $age years old.")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template.substitute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(name=“Alice", age=25)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985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F322-350D-2A07-2AC8-09D10E72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with String Template Class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908F32-8058-9581-109B-083BB9A2A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238939"/>
              </p:ext>
            </p:extLst>
          </p:nvPr>
        </p:nvGraphicFramePr>
        <p:xfrm>
          <a:off x="838200" y="1762813"/>
          <a:ext cx="10238296" cy="444002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119148">
                  <a:extLst>
                    <a:ext uri="{9D8B030D-6E8A-4147-A177-3AD203B41FA5}">
                      <a16:colId xmlns:a16="http://schemas.microsoft.com/office/drawing/2014/main" val="3314767356"/>
                    </a:ext>
                  </a:extLst>
                </a:gridCol>
                <a:gridCol w="5119148">
                  <a:extLst>
                    <a:ext uri="{9D8B030D-6E8A-4147-A177-3AD203B41FA5}">
                      <a16:colId xmlns:a16="http://schemas.microsoft.com/office/drawing/2014/main" val="871937731"/>
                    </a:ext>
                  </a:extLst>
                </a:gridCol>
              </a:tblGrid>
              <a:tr h="88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Method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797453"/>
                  </a:ext>
                </a:extLst>
              </a:tr>
              <a:tr h="88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% Operator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"Name: %s" % name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72641"/>
                  </a:ext>
                </a:extLst>
              </a:tr>
              <a:tr h="88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format()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"Name: {}".format(name)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714663"/>
                  </a:ext>
                </a:extLst>
              </a:tr>
              <a:tr h="88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f-string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f"Name</a:t>
                      </a:r>
                      <a:r>
                        <a:rPr lang="en-IN" sz="2400" dirty="0"/>
                        <a:t>: {name}"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79841"/>
                  </a:ext>
                </a:extLst>
              </a:tr>
              <a:tr h="88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Template Class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Template("Name: $name")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789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132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857</Words>
  <Application>Microsoft Office PowerPoint</Application>
  <PresentationFormat>Widescreen</PresentationFormat>
  <Paragraphs>112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Strings</vt:lpstr>
      <vt:lpstr>Strings </vt:lpstr>
      <vt:lpstr>Strings </vt:lpstr>
      <vt:lpstr>Quotes Inside Quotes </vt:lpstr>
      <vt:lpstr>Assign String to a Variable </vt:lpstr>
      <vt:lpstr>Multiline Strings </vt:lpstr>
      <vt:lpstr>Strings are Arrays </vt:lpstr>
      <vt:lpstr>Strings are Arrays </vt:lpstr>
      <vt:lpstr>Accessing Characters in String </vt:lpstr>
      <vt:lpstr>Looping Through a String </vt:lpstr>
      <vt:lpstr>String Formatting </vt:lpstr>
      <vt:lpstr>Formatting with % Operator</vt:lpstr>
      <vt:lpstr>Formatting with % Operator</vt:lpstr>
      <vt:lpstr>Formatting with format() String Method</vt:lpstr>
      <vt:lpstr>Formatting with format() String Method</vt:lpstr>
      <vt:lpstr>Formatting with String Literals (f-strings)</vt:lpstr>
      <vt:lpstr>Formatting with String Literals (f-strings)</vt:lpstr>
      <vt:lpstr>Formatting with String Template Class</vt:lpstr>
      <vt:lpstr>Formatting with String Template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2</cp:revision>
  <dcterms:created xsi:type="dcterms:W3CDTF">2026-08-24T17:32:58Z</dcterms:created>
  <dcterms:modified xsi:type="dcterms:W3CDTF">2026-08-25T05:31:40Z</dcterms:modified>
</cp:coreProperties>
</file>