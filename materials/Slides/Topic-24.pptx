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BDDCE-5C74-974A-2047-E9A896F58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A976F6-B66D-83C3-ED39-640AFD394F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2D8BA-3729-E871-8C97-DEA6D535E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19E8-8AD5-4267-9907-DCF0130B7603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0D957-7B14-C9CE-E4FF-7EB504F63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682AC-2B09-D291-C0B7-D4BD8D6A7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C0AD3-37D5-4B44-816F-B80852F5A7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430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0AE5A-BC49-C88F-C2BC-AF54EEAF2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40050-569B-BD9F-93B0-140AF711E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3BF19-65AF-D8B5-3EE9-A34B47054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19E8-8AD5-4267-9907-DCF0130B7603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27FBB-6101-3FAA-41D3-F01742181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0A0EB-6885-B80E-EFF2-5BE8C864D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C0AD3-37D5-4B44-816F-B80852F5A7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812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FB547-511E-54EE-D9A7-FBBFF2F52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27AE8-14E9-52F4-752F-F7AC22CF2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24C80-0D50-4675-7B88-24B119CBF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19E8-8AD5-4267-9907-DCF0130B7603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6A32C-B06C-92DB-7929-A5D1693D3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69587-0707-D13A-16CF-9AB14131F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C0AD3-37D5-4B44-816F-B80852F5A7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04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6BA89-AA3D-5F26-86D9-E3CA4D9D3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A97AA-4208-BD84-0AB8-7A13521801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A760EE-6E9E-E6E6-2C96-B2385D8493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0B5EA-D18F-F258-3C48-70B6322C3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19E8-8AD5-4267-9907-DCF0130B7603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2F3E1-52FC-5A85-CBFD-C8DA44DD2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3338C6-78FB-18B8-8325-6D82640D3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C0AD3-37D5-4B44-816F-B80852F5A7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754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FB839-C3C5-185F-74FB-31B546EE0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284B71-9546-FB5C-4DBE-8EC716EB0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D9D378-9186-584E-7D70-E3BC6524F1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08647D-5837-3ED1-AD41-6210E70F68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0C6CD1-5B15-09CD-F11E-16CDBC4B2B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215A21-9D58-60D8-81ED-9609D85BB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19E8-8AD5-4267-9907-DCF0130B7603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574E18-7545-823A-F1A9-76B38E6D3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96EFFC-C573-BF49-A39A-A7A529D3A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C0AD3-37D5-4B44-816F-B80852F5A7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584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5FBFE-4AB3-D628-C542-6E5214939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4820BF-3359-4A69-8127-850C44206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19E8-8AD5-4267-9907-DCF0130B7603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4EE070-62D4-9E52-B083-62150854D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28C71B-2805-F685-7A3A-51894B746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C0AD3-37D5-4B44-816F-B80852F5A7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982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F34D3F-39F1-E6B6-1350-F4C1FAF6E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19E8-8AD5-4267-9907-DCF0130B7603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4CAAE5-1AE2-5CD1-E0D8-532EE7E56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D23FB-EA93-1CC8-1BA4-19CB3A117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C0AD3-37D5-4B44-816F-B80852F5A7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59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DDE07-2E11-2BCB-2AAB-93C70081D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1719A-961E-5983-5EDE-B4D9E0D82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B1ECC0-C09A-1426-3337-0C9AB61D15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45D6F2-7B17-612D-7F1C-308D12B5D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19E8-8AD5-4267-9907-DCF0130B7603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5A23B1-0372-F888-5288-0BD626DAC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896AC7-985B-1E31-2045-2FDE464C2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C0AD3-37D5-4B44-816F-B80852F5A7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3805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1EDFB-D596-95B8-76D4-19AD31FF2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681BE5-53DF-150B-E2EE-26BF25C1C9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5CDCBE-0D37-D6BB-871E-EC1A03397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86954A-10FF-3A04-5C55-D5F11EE0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19E8-8AD5-4267-9907-DCF0130B7603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3C9D4-5246-E6E8-2C34-B4DB83BE2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1B14AB-35BF-B7F4-14FC-903E398E3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C0AD3-37D5-4B44-816F-B80852F5A7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835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8C249-BF60-E136-63E9-D320B057D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E8D45A-E5CE-72BF-7380-0684860348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1B2CA-EBA2-717B-C47D-A1B98E071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19E8-8AD5-4267-9907-DCF0130B7603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27826-9CE9-CCA9-9993-99EABB77D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14818-E21E-0CDC-5416-29A55D507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C0AD3-37D5-4B44-816F-B80852F5A7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074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EAEBB5-7606-4538-EAB5-988579C610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4D2E7B-887A-1AAC-8BAD-8AE0F205F9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66E46-CEE6-9EB7-1A0A-0CEC42465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19E8-8AD5-4267-9907-DCF0130B7603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726C7-4C9A-EF7F-AFA5-3500CF3EA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929A8-3E46-4F66-9B84-1E9034F5B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C0AD3-37D5-4B44-816F-B80852F5A7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106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B873A1-65DB-92B0-830F-DF88D6ED2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077B26-A46B-4C83-A5F8-7ACC292E4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27CEE-9245-4B76-B890-C10BD2FB98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619E8-8AD5-4267-9907-DCF0130B7603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CB515-E4BE-5397-025D-CED1963DCE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9B888-E260-4564-CD80-9BFFAEE3D2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2C0AD3-37D5-4B44-816F-B80852F5A7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406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0D638-CA31-52D6-3736-68DB16F573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Pandas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5DC525-4C15-2DAC-40FE-FFC6C080A0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- III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1719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92F61-9892-1E6A-1F5C-E2528B211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F1AEE-1751-C1FE-2334-D03B8FC1C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1984"/>
            <a:ext cx="10515600" cy="456497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Python package is a collection of modules that provides reusable functionality.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writing everything from scratch, programmers can use existing packages.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data science and AI, two of the most important packages are: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 → Numerical computing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 → Data manipulation and analysis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075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0030D-D7ED-DC09-B8EB-4F1DCAA35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82908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NumPy?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F22E8-E666-783A-9389-790B70A6C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254" y="1498862"/>
            <a:ext cx="10420546" cy="4678101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stands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Python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Python package used for: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calculations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with arrays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 operations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operations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algebra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functions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computing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for Machine Learning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403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3F9D7-7E02-1936-6E49-6E4AB4257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NumPy?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7A9C5-2954-F13A-5B01-6E340E1FB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provides a powerful object called an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ndarray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np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imports a package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package name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alias for NumPy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7937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76B8B-2DAF-802C-7889-BDBC67BCD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26CC7-6508-40DE-8844-E88B28E2F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importing:</a:t>
            </a: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en-I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IN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np.mean</a:t>
            </a:r>
            <a:r>
              <a:rPr lang="en-I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IN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np.sum</a:t>
            </a:r>
            <a:r>
              <a:rPr lang="en-I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IN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np.max</a:t>
            </a:r>
            <a:r>
              <a:rPr lang="en-I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652683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55E9C-F4CA-A9D2-7511-E005CCA22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NumPy?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06AEA-BB5C-CB3B-32E7-9F48A5D5D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lists can store numbers: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marks = [80, 75, 90, 85]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for large numerical datasets, NumPy arrays are generally more convenient and efficient.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1069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28FF1-26F6-11A2-3AD5-FE1C60A2E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1169E-2205-E238-4E42-608A07B34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marks = [80, 75, 90, 85]</a:t>
            </a:r>
          </a:p>
          <a:p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print(marks)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[80, 75, 90, 85]</a:t>
            </a:r>
          </a:p>
        </p:txBody>
      </p:sp>
    </p:spTree>
    <p:extLst>
      <p:ext uri="{BB962C8B-B14F-4D97-AF65-F5344CB8AC3E}">
        <p14:creationId xmlns:p14="http://schemas.microsoft.com/office/powerpoint/2010/main" val="3628043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7289D-B11E-2731-E6E7-D0BCD935E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4F5B7-913E-1488-61EB-8571E2FE0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np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marks =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([80, 75, 90, 85])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print(marks)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85EDED9-518F-204B-A4B2-4964BABC2E30}"/>
              </a:ext>
            </a:extLst>
          </p:cNvPr>
          <p:cNvSpPr/>
          <p:nvPr/>
        </p:nvSpPr>
        <p:spPr>
          <a:xfrm>
            <a:off x="6598763" y="2545237"/>
            <a:ext cx="4147794" cy="21775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[80 75 90 85]</a:t>
            </a:r>
          </a:p>
        </p:txBody>
      </p:sp>
    </p:spTree>
    <p:extLst>
      <p:ext uri="{BB962C8B-B14F-4D97-AF65-F5344CB8AC3E}">
        <p14:creationId xmlns:p14="http://schemas.microsoft.com/office/powerpoint/2010/main" val="3420706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BFFC4-8C05-6004-8A67-CC3F497A0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Installing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47EF3-6DE0-BAA4-FD15-4F1FA629F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864" y="1527142"/>
            <a:ext cx="10627936" cy="4649821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 NumPy can be installed using: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 install 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installation: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.__version__)</a:t>
            </a:r>
          </a:p>
        </p:txBody>
      </p:sp>
    </p:spTree>
    <p:extLst>
      <p:ext uri="{BB962C8B-B14F-4D97-AF65-F5344CB8AC3E}">
        <p14:creationId xmlns:p14="http://schemas.microsoft.com/office/powerpoint/2010/main" val="1597569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9B77A-83FF-197E-4DBE-F894DC757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conda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install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340B9-535C-609D-10B7-31A439E0C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conda</a:t>
            </a:r>
            <a:r>
              <a:rPr lang="en-I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install </a:t>
            </a:r>
            <a:r>
              <a:rPr lang="en-IN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endParaRPr lang="en-IN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3936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AEB43-CA1E-AA89-5B6B-BE484A4A8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NumPy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28CCE-31D2-921F-8F40-8BFC9DA56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One-dimensional array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one-dimensional array is similar to a list.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np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([10, 20, 30, 40, 50])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print(a)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EDAF5CD-9CFB-027B-7F2F-B025846E1BFD}"/>
              </a:ext>
            </a:extLst>
          </p:cNvPr>
          <p:cNvSpPr/>
          <p:nvPr/>
        </p:nvSpPr>
        <p:spPr>
          <a:xfrm>
            <a:off x="7880808" y="3761295"/>
            <a:ext cx="3582186" cy="25506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[10 20 30 40 50]</a:t>
            </a:r>
          </a:p>
        </p:txBody>
      </p:sp>
    </p:spTree>
    <p:extLst>
      <p:ext uri="{BB962C8B-B14F-4D97-AF65-F5344CB8AC3E}">
        <p14:creationId xmlns:p14="http://schemas.microsoft.com/office/powerpoint/2010/main" val="1306601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AD07E-03E0-4A3B-5C3F-774C6834E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Two-dimensional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2EC01-6D67-6355-614E-AF9D8B09F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3130"/>
            <a:ext cx="10515600" cy="458383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2D array can represent a matrix.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([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[10, 20, 30],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[40, 50, 60]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print(a)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25A1D42-1EAB-2179-53CA-AD2D98932423}"/>
              </a:ext>
            </a:extLst>
          </p:cNvPr>
          <p:cNvSpPr/>
          <p:nvPr/>
        </p:nvSpPr>
        <p:spPr>
          <a:xfrm>
            <a:off x="6872140" y="3063711"/>
            <a:ext cx="4289196" cy="29317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[[10 20 30]</a:t>
            </a:r>
          </a:p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[40 50 60]]</a:t>
            </a:r>
          </a:p>
        </p:txBody>
      </p:sp>
    </p:spTree>
    <p:extLst>
      <p:ext uri="{BB962C8B-B14F-4D97-AF65-F5344CB8AC3E}">
        <p14:creationId xmlns:p14="http://schemas.microsoft.com/office/powerpoint/2010/main" val="2870444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E8831-80CF-C2F6-E16D-9D515CD11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494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Three-dimensional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F910F-B250-2897-FDE2-9E9F061C2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0388" y="1150070"/>
            <a:ext cx="10373412" cy="502689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([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[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[1, 2],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[3, 4]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],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[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[5, 6],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[7, 8]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]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print(a)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3D array can be considered as a collection of 2D matrices.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1959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F9997-16DA-EBCD-0B3A-D5DECFA1F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Dimensions of NumPy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16034-B72D-568F-46BA-CF1F46B33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8981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uses the term dimension or axis.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1ABB27-905E-C613-7E37-8B75C541AE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612551"/>
              </p:ext>
            </p:extLst>
          </p:nvPr>
        </p:nvGraphicFramePr>
        <p:xfrm>
          <a:off x="1065229" y="2696066"/>
          <a:ext cx="9068586" cy="2611227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534293">
                  <a:extLst>
                    <a:ext uri="{9D8B030D-6E8A-4147-A177-3AD203B41FA5}">
                      <a16:colId xmlns:a16="http://schemas.microsoft.com/office/drawing/2014/main" val="2460366491"/>
                    </a:ext>
                  </a:extLst>
                </a:gridCol>
                <a:gridCol w="4534293">
                  <a:extLst>
                    <a:ext uri="{9D8B030D-6E8A-4147-A177-3AD203B41FA5}">
                      <a16:colId xmlns:a16="http://schemas.microsoft.com/office/drawing/2014/main" val="2677852653"/>
                    </a:ext>
                  </a:extLst>
                </a:gridCol>
              </a:tblGrid>
              <a:tr h="6457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Array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800"/>
                        <a:t>Dimension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8083961"/>
                  </a:ext>
                </a:extLst>
              </a:tr>
              <a:tr h="674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[1,2,3]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800"/>
                        <a:t>1D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6749461"/>
                  </a:ext>
                </a:extLst>
              </a:tr>
              <a:tr h="6457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[[1,2],[3,4]]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800"/>
                        <a:t>2D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3092787"/>
                  </a:ext>
                </a:extLst>
              </a:tr>
              <a:tr h="6457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[[[1,2],[3,4]]]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800" dirty="0"/>
                        <a:t>3D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6520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7857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24E64-119A-F796-8224-53AADBC27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Dimensions of NumPy Arrays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C9B47-137B-56FD-1681-157D25BDD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a.ndim</a:t>
            </a:r>
            <a:endParaRPr lang="en-IN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430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AF93B-261F-8684-814A-BA0708307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Arrays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FF771-464D-B26B-40A9-B672D0294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np</a:t>
            </a:r>
          </a:p>
          <a:p>
            <a:pPr marL="0" indent="0">
              <a:buNone/>
            </a:pPr>
            <a:endParaRPr lang="en-US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([[1, 2, 3],</a:t>
            </a:r>
          </a:p>
          <a:p>
            <a:pPr marL="0" indent="0">
              <a:buNone/>
            </a:pP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[4, 5, 6]])</a:t>
            </a:r>
          </a:p>
          <a:p>
            <a:pPr marL="0" indent="0">
              <a:buNone/>
            </a:pPr>
            <a:endParaRPr lang="en-US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a.ndim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29120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485F2-3673-E02B-F2E4-582F6D8F7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NumPy Array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73968-FB2E-434E-24C8-D2CDD48D1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126"/>
            <a:ext cx="10515600" cy="4351338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Consider: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([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[10, 20, 30],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[40, 50, 60]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])</a:t>
            </a:r>
            <a:endParaRPr lang="en-IN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8028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C54E5-3F15-4A1F-1793-192813198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ndim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86A51-56E2-3DFD-AAE2-D5E77FEC7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number of dimensions.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a.ndim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2486702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5070D-ED78-B7D2-C929-32BFC3EC8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3EC52-5261-23FE-97B6-012358762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number of rows and columns.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a.shape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(2, 3)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75382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2AAD2-7382-C9AF-837A-4D0ECE165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4D6E3-7ABF-D5A8-8540-6CCE637E4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total number of elements.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a.size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895898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F55FB-597C-16F9-FBEA-C4E587AE5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dtype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E5592-EC09-9E43-1FF6-F4F0E3469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the data type.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a.dtype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int64</a:t>
            </a:r>
          </a:p>
        </p:txBody>
      </p:sp>
    </p:spTree>
    <p:extLst>
      <p:ext uri="{BB962C8B-B14F-4D97-AF65-F5344CB8AC3E}">
        <p14:creationId xmlns:p14="http://schemas.microsoft.com/office/powerpoint/2010/main" val="34823676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8BD77-4EFF-CC0B-3FA7-0D26F51DE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Arrays Using NumPy Functions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44F2F-EE15-F2C9-0959-DB53E8599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zeros()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an array containing zeros.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= np.zeros(5)</a:t>
            </a:r>
          </a:p>
          <a:p>
            <a:pPr marL="0" indent="0">
              <a:buNone/>
            </a:pPr>
            <a:endParaRPr lang="pt-B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print(a)</a:t>
            </a:r>
          </a:p>
          <a:p>
            <a:pPr marL="0" indent="0">
              <a:buNone/>
            </a:pPr>
            <a:endParaRPr lang="pt-B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[0. 0. 0. 0. 0.]</a:t>
            </a:r>
          </a:p>
        </p:txBody>
      </p:sp>
    </p:spTree>
    <p:extLst>
      <p:ext uri="{BB962C8B-B14F-4D97-AF65-F5344CB8AC3E}">
        <p14:creationId xmlns:p14="http://schemas.microsoft.com/office/powerpoint/2010/main" val="32509111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5DD24-DF72-6FB3-89C2-9B7D37C81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Functions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E5BE1-641B-6219-4514-24FF54E80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2D: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pt-BR" dirty="0">
                <a:solidFill>
                  <a:srgbClr val="FF0000"/>
                </a:solidFill>
              </a:rPr>
              <a:t>a = np.zeros((2, 3))</a:t>
            </a:r>
          </a:p>
          <a:p>
            <a:pPr marL="0" indent="0">
              <a:buNone/>
            </a:pPr>
            <a:endParaRPr lang="pt-BR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pt-BR" dirty="0">
                <a:solidFill>
                  <a:srgbClr val="FF0000"/>
                </a:solidFill>
              </a:rPr>
              <a:t>print(a)</a:t>
            </a:r>
          </a:p>
          <a:p>
            <a:pPr marL="0" indent="0">
              <a:buNone/>
            </a:pPr>
            <a:endParaRPr lang="pt-BR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[[0. 0. 0.]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[0. 0. 0.]]</a:t>
            </a:r>
          </a:p>
        </p:txBody>
      </p:sp>
    </p:spTree>
    <p:extLst>
      <p:ext uri="{BB962C8B-B14F-4D97-AF65-F5344CB8AC3E}">
        <p14:creationId xmlns:p14="http://schemas.microsoft.com/office/powerpoint/2010/main" val="17603784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0983B-E5C7-75DA-F67C-C56CC3120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ones()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E75C1-287B-E864-CF95-B35FD2BCD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an array containing ones.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np.ones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print(a)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[1. 1. 1. 1. 1.]</a:t>
            </a:r>
          </a:p>
        </p:txBody>
      </p:sp>
    </p:spTree>
    <p:extLst>
      <p:ext uri="{BB962C8B-B14F-4D97-AF65-F5344CB8AC3E}">
        <p14:creationId xmlns:p14="http://schemas.microsoft.com/office/powerpoint/2010/main" val="22723293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167AD-C4B6-8745-D717-7C2DDF0E0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arange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D1F82-DE88-302F-D857-51454E68F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values within a specified range.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np.arange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(1, 10)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print(a)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 2 3 4 5 6 7 8 9]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254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14DFD-9014-BA5F-AA12-E6AE2E197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arange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519E1-E903-BC44-0FE7-BA329864F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np.arange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(start, stop, step)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np.arange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(0, 20, 2)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print(a)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[ 0  2  4  6  8 10 12 14 16 18]</a:t>
            </a:r>
          </a:p>
        </p:txBody>
      </p:sp>
    </p:spTree>
    <p:extLst>
      <p:ext uri="{BB962C8B-B14F-4D97-AF65-F5344CB8AC3E}">
        <p14:creationId xmlns:p14="http://schemas.microsoft.com/office/powerpoint/2010/main" val="16605016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18BE0-E70D-190B-F9D2-2029B381A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16D05-F519-4BE9-AD7C-EE1C392E6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Indexing means accessing individual elements.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indexing starts from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([10, 20, 30, 40, 50])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print(a[0])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print(a[2])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print(a[4])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B75D0A3-9D90-FD55-DF40-D3A418D7912B}"/>
              </a:ext>
            </a:extLst>
          </p:cNvPr>
          <p:cNvSpPr/>
          <p:nvPr/>
        </p:nvSpPr>
        <p:spPr>
          <a:xfrm>
            <a:off x="7616858" y="2969443"/>
            <a:ext cx="3233394" cy="281861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10</a:t>
            </a:r>
          </a:p>
          <a:p>
            <a:pPr algn="ctr"/>
            <a:r>
              <a:rPr lang="en-IN"/>
              <a:t>30</a:t>
            </a:r>
          </a:p>
          <a:p>
            <a:pPr algn="ctr"/>
            <a:r>
              <a:rPr lang="en-IN"/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6941575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E31B0-5629-9614-C62B-BF0D9CB69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6910A-CCB2-BB79-AE9A-704128D48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([10, 20, 30, 40, 50])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print(a[-1])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print(a[-2])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4934F6B-636D-9E16-D6C4-0B94CD879909}"/>
              </a:ext>
            </a:extLst>
          </p:cNvPr>
          <p:cNvSpPr/>
          <p:nvPr/>
        </p:nvSpPr>
        <p:spPr>
          <a:xfrm>
            <a:off x="7447175" y="2762054"/>
            <a:ext cx="3648173" cy="275262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</a:p>
          <a:p>
            <a:pPr algn="ctr"/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406195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A9157-A3C7-A13A-B484-5F544BADE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Slicing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80B8D-4934-4A99-26EF-334EE5045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array[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start:stop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([10, 20, 30, 40, 50])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print(a[1:4])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2F0BE92-A9A3-086F-63BB-41366A35BFCB}"/>
              </a:ext>
            </a:extLst>
          </p:cNvPr>
          <p:cNvSpPr/>
          <p:nvPr/>
        </p:nvSpPr>
        <p:spPr>
          <a:xfrm>
            <a:off x="6900421" y="2752627"/>
            <a:ext cx="2752626" cy="21870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[20 30 40]</a:t>
            </a:r>
          </a:p>
        </p:txBody>
      </p:sp>
    </p:spTree>
    <p:extLst>
      <p:ext uri="{BB962C8B-B14F-4D97-AF65-F5344CB8AC3E}">
        <p14:creationId xmlns:p14="http://schemas.microsoft.com/office/powerpoint/2010/main" val="26736323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6B147-5CB1-07F2-01AE-BFC771C07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E3AD0-15CE-6675-38A9-9550A25F3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provides many mathematical functions.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([1, 4, 9, 16])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np.sqrt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np.exp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print(np.log(a))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([-5, -2, 3])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np.abs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5609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933</Words>
  <Application>Microsoft Office PowerPoint</Application>
  <PresentationFormat>Widescreen</PresentationFormat>
  <Paragraphs>227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Times New Roman</vt:lpstr>
      <vt:lpstr>Office Theme</vt:lpstr>
      <vt:lpstr>Numpy and Pandas</vt:lpstr>
      <vt:lpstr>Packages</vt:lpstr>
      <vt:lpstr>What is NumPy?</vt:lpstr>
      <vt:lpstr>What is NumPy?</vt:lpstr>
      <vt:lpstr>NumPy</vt:lpstr>
      <vt:lpstr>Why NumPy?</vt:lpstr>
      <vt:lpstr>Python List</vt:lpstr>
      <vt:lpstr>NumPy Array</vt:lpstr>
      <vt:lpstr>Installing NumPy</vt:lpstr>
      <vt:lpstr>conda install numpy</vt:lpstr>
      <vt:lpstr>Creating NumPy Arrays</vt:lpstr>
      <vt:lpstr>Two-dimensional array</vt:lpstr>
      <vt:lpstr>Three-dimensional array</vt:lpstr>
      <vt:lpstr>Dimensions of NumPy Arrays</vt:lpstr>
      <vt:lpstr>Dimensions of NumPy Arrays</vt:lpstr>
      <vt:lpstr>NumPy Arrays</vt:lpstr>
      <vt:lpstr>Important NumPy Array Attributes</vt:lpstr>
      <vt:lpstr>ndim</vt:lpstr>
      <vt:lpstr>shape</vt:lpstr>
      <vt:lpstr>size</vt:lpstr>
      <vt:lpstr>dtype</vt:lpstr>
      <vt:lpstr>Creating Arrays Using NumPy Functions</vt:lpstr>
      <vt:lpstr>NumPy Functions</vt:lpstr>
      <vt:lpstr>ones()</vt:lpstr>
      <vt:lpstr>arange()</vt:lpstr>
      <vt:lpstr>arange()</vt:lpstr>
      <vt:lpstr>NumPy Indexing</vt:lpstr>
      <vt:lpstr>Negative Indexing</vt:lpstr>
      <vt:lpstr>NumPy Slicing</vt:lpstr>
      <vt:lpstr>Mathematical Functions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VINOD KUMAR</dc:creator>
  <cp:lastModifiedBy>S VINOD KUMAR</cp:lastModifiedBy>
  <cp:revision>1</cp:revision>
  <dcterms:created xsi:type="dcterms:W3CDTF">2026-10-06T03:54:49Z</dcterms:created>
  <dcterms:modified xsi:type="dcterms:W3CDTF">2026-10-06T05:50:17Z</dcterms:modified>
</cp:coreProperties>
</file>