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37360"/>
            <a:ext cx="109728" cy="14630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memory-efficient tools for iteration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itertools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itertools?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1892808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892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iterators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551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&amp; islice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209544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209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&amp; starmap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67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iterators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1234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754880" y="1892808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1892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permutations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754880" y="2551176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551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754880" y="3209544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209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209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recipes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4754880" y="3867912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8679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itertools?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Standard-library module of fast iterator building blocks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functional languages such as Haskell and APL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 are lazy: values are produced one at a time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memory, and works with huge or infinite sequences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groups: infinite, terminating and combinatoric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Iterators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cycle and repeat never stop on their 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count, cycle, repeat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count(10, 2)      # 10, 12, 14, 16,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cycle("AB")       # A, B, A, B, 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repeat(7, 3)      # 7, 7, 7  (3 times)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limit them with islice, break or zip, or the loop runs forever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&amp; islice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468880"/>
          </a:xfrm>
          <a:prstGeom prst="roundRect">
            <a:avLst>
              <a:gd name="adj" fmla="val 3704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chain, islice, count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list(chain([1, 2], [3, 4], [5]))     # [1, 2, 3, 4, 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chain.from_iterable([[1, 2], [3]])   # 1, 2, 3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list(islice(count(), 5))             # [0, 1, 2, 3, 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list(islice(range(20), 2, 10, 3))    # [2, 5, 8]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joins iterables; islice slices any iterator, like list[start:stop:step]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&amp; starmap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accumulate, starmap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list(accumulate([1, 2, 3, 4]))             # [1, 3, 6, 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list(accumulate([3, 1, 4, 1, 5], max))     # [3, 3, 4, 4, 5]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list(starmap(pow, [(2, 3), (3, 2)]))       # [8, 9]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gives running totals; starmap unpacks each tuple as arguments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Iterators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takewhile, dropwhile, filterfalse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[1, 4, 6, 3, 8]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list(takewhile(lambda x: x &lt; 5, data))     # [1, 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list(dropwhile(lambda x: x &lt; 5, data))     # [6, 3, 8]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list(filterfalse(lambda x: x % 2, range(6))) # [0, 2, 4]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takewhile stops at the first failure; filterfalse keeps items where test is False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groupby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= sorted(["fig", "kiwi", "pear", "apple", "plum", "pea"], key=len)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size, group in groupby(words, key=len):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print(size, list(group))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['fig', 'pea']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 ['kiwi', 'pear', 'plum']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['apple']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the same key first: groupby only groups consecutive items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permutations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 iterators, part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product, permutations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list(product([1, 2], "ab"))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[(1,'a'), (1,'b'), (2,'a'), (2,'b')]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list(product("01", repeat=2))   # 00, 01, 10, 11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list(permutations("ABC", 2))    # 6 ordered pairs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a nested for-loop; permutations care about order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 iterators, part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373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combinations, combinations_with_replacement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list(combinations("ABCD", 2))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AB, AC, AD, BC, BD, CD  -&gt; 6 pairs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list(combinations_with_replacement("AB", 2))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AA, AB, BB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ignore order and never repeat an element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Recipes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6192B"/>
          </a:solidFill>
          <a:ln w="12700">
            <a:solidFill>
              <a:srgbClr val="161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itertools import pairwise, batched, zip_longest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list(pairwise([1, 2, 3, 4]))      # (1,2), (2,3), (3,4)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list(batched("ABCDEFG", 3))       # ABC, DEF, 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list(zip_longest([1, 2], [9], fillvalue=0))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[(1, 9), (2, 0)]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64008" cy="45720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needs Python 3.10+, batched needs 3.12+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in Python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itertools gives lazy, memory-efficient iterator tools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Infinite: count, cycle, repeat (always limit them)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slice: chain, islice; running totals: accumulate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with takewhile, dropwhile, filterfalse; group with groupby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Combinatorics: product, permutations, combinations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read the "Itertools Recipes" section in the Python docs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Itertools in Python</dc:title>
  <dc:subject>PptxGenJS Presentation</dc:subject>
  <dc:creator>PptxGenJS</dc:creator>
  <cp:lastModifiedBy>PptxGenJS</cp:lastModifiedBy>
  <cp:revision>1</cp:revision>
  <dcterms:created xsi:type="dcterms:W3CDTF">2026-10-07T06:18:35Z</dcterms:created>
  <dcterms:modified xsi:type="dcterms:W3CDTF">2026-10-07T06:18:35Z</dcterms:modified>
</cp:coreProperties>
</file>