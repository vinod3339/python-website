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B43D-9B99-7B5B-EFA3-7DCB6778F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750B6-17AE-7F8B-1F2B-C56669654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05AE8-8532-7DCD-A945-4B99F4D9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ED96E-F450-AAA7-F13B-51109907C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7C697-7878-77EA-290B-BD23C88F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557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0ACD-3984-4F91-4BFD-A3BEF227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5C1F-3390-3063-2670-7C2A6F93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200AE-9FA4-F261-BE29-BDB58FF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43C30-7619-8F3C-507A-7C390283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E28A9-D3B2-EBD4-3406-D40145E2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050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7AD5-BC2A-B25B-B534-B51CC872A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833E1-EE51-14ED-7641-7E735CE79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42245-C800-7425-FCD4-F49847D0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F1285-8C59-B31D-71A6-ED18C5E91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650A5-3B0A-CB20-8EF5-E282C81A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289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46EF-D2B5-F728-6C97-60466E39B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AD25D-AD1F-E220-C40B-6D9EA9A1F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81BA8-0A02-0F86-26B7-B3C355F7F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E9238-00F6-FDE9-7B77-BD4E671F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148C7-B51F-6E44-03CC-1B2F0126F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10AFF-9550-E66D-D053-F5431DAF4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55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C4C0-21B9-C060-DBE5-28CCB2AD0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004F9-813D-295E-3A35-F91D50AFA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B321A-79DA-4025-B8CA-4D83285B1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79B21-54F2-EE50-6FB1-65F56BC12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F66B6-7F30-277E-8C4E-0FE849C1E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CFBFF5-D188-E940-25ED-D3142F50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C625BE-8703-D6EB-E08E-95CC2971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FA2687-AC24-15FE-DE17-388119FC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8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9EC8-0A3D-622F-76D0-AE3EC763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F0114-A62E-5588-419F-0FF9E50B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1A9-787C-BA06-3EDE-F43F0522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EC9F0-0FA7-ABEE-BC27-FDA75AB0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42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89242-C1C9-ED37-3ECC-F9955786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61AD8A-4AFA-DF97-26B9-26BE9165F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727A2-871E-6007-147E-FC2DE8874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53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AC577-524C-5BC3-0F5F-091254F5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E9D55-0F12-F4F1-BAAB-54BA63FF8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ACA72-2CB8-8412-3060-2BFA68231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C5936-CE19-5872-80F3-6AFE52CF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9DFD8-3F52-5BB3-1779-9D737FDE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9C437-9468-D128-7BF2-371BCF83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356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B56E-2087-495C-4D55-70C87D56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CB05D9-EF70-C26A-5CF4-2E9949B1A5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1DEE7-29B2-D45C-8102-84DCEC390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B7BE1-E61B-1732-68F8-CCB55F30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F57C0-128D-46EA-EA7D-7E2295E06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AAF7-B370-2500-5898-88605AB4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09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58B0-2AD7-BB98-26DD-CC5C8797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CD63E-DD01-7DF9-33CB-9077F1153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4B00D-9CD8-2144-7C16-420088BD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23692-5FD6-4B27-7F11-FCD82E18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8B9C0-C17B-5BC0-76EC-7C511C5A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4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1A12F-26C1-9920-9109-2DC645BCC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D17C7-DC67-F3F6-3C6F-9A3C84735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7D06C-42E0-4EFF-293D-5963D6BF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0FB0B-B6D7-8C01-6F7A-1CD252BB5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CF74D-F9C8-D0D1-71D9-A16DCAE4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841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EDE9D5-0BED-8E9D-3E32-8E42B09F1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A523A-2A51-58D0-C6A7-D290975CF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3F2E8-96CB-38D1-2CF2-6ED3EA428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F2157-47DD-4D44-89D5-F2C951C58BE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A3AE7-3B4A-9AF5-B806-E8F65AF694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3AC30-50CB-91D6-FDB4-C2FCAE65A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46256-E016-4248-915C-743EEF7B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93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A9FB-5A4D-A15D-1C30-F5742564AE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Identifiers, Statements, Variables, Keywords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F4BFE-FA95-C982-A645-B74267726A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995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FACC-469F-AC49-86D7-E6548728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Keywords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E7948-73A1-2CA8-834F-BA407F60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are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reserved words in Python where the meaning cannot be changed.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903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C1F02-F834-E664-801C-EE9C9CE8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692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Keywords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1026" name="Picture 2" descr="Python Keywords: An Introduction – Real Python">
            <a:extLst>
              <a:ext uri="{FF2B5EF4-FFF2-40B4-BE49-F238E27FC236}">
                <a16:creationId xmlns:a16="http://schemas.microsoft.com/office/drawing/2014/main" id="{23F0E1F2-B9D5-9356-FE4F-EAF5DE2619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42" y="919225"/>
            <a:ext cx="10953947" cy="566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070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7421-67C1-E2EF-7BE4-7AAE3503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Identifiers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0D08-206F-56B3-70AE-1FB4D5DF6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identifier is a name given to entities(objects) like class, functions, variables, etc.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to differentiate one entity from another.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9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D16B-7843-7F31-E845-B8D3DAC2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for writing identifiers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070D3-A8B9-8B90-C0ED-C48CE8E19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986780"/>
          </a:xfrm>
        </p:spPr>
        <p:txBody>
          <a:bodyPr>
            <a:noAutofit/>
          </a:bodyPr>
          <a:lstStyle/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 can be a combination of letters in lowercase (a to z) or uppercase (A to Z) or digits (0 to 9) or an underscore _.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var_1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print_this_to_screen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 are valid example.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identifier cannot start with a digit.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1variable is invalid, but variable1 is a valid name.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Keywords cannot be used as identifiers.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= 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431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6BAE9-B630-6A5F-27F2-D90D7189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for writing identifiers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70A64-3136-67F9-8A93-05742423C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108" y="1225484"/>
            <a:ext cx="10401692" cy="5267391"/>
          </a:xfrm>
        </p:spPr>
        <p:txBody>
          <a:bodyPr>
            <a:normAutofit fontScale="92500" lnSpcReduction="20000"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use special symbols like !, @, #, $, % etc. in our identifier.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a@ = 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identifier can be of any length.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Python is case sensitive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Rohith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rohith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both are not same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name in a variable could be underscore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R G Sharma ( Not Valid 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R_G_Sharma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Valid 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50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230F-FBED-77F3-94A9-9B9C5875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Variables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490E3-31E4-B17A-0DE9-57F74A0BD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581"/>
            <a:ext cx="10515600" cy="470638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variable is a named location used to store data in the memory.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= 10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variable named number and assigned the value 10 to the variable.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and variables can be replaced as and when needed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= 10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= 1.1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the value of number was 10. Later, it was changed to 1.1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9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2178-D7C7-66F7-3CA1-59B76E726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 values to Variables in Python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FDFEE-558A-D976-0199-392A3BF9E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61" y="1395167"/>
            <a:ext cx="10382838" cy="478179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you can see from the above example, you can use the assignment operator = to assign a value to a variable.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Declaring and assigning value to a variable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= “chatgpt.com"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print(website)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a type-inferred language, so you don't have to explicitly define the variable type.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automatically knows that apple.com is a string and declares the website variable as a string.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558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B63FF-6819-08F7-9B8C-70A81D1AA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the value of a variable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25B52-EA18-5B0B-F602-8FF4789E9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204" y="1583704"/>
            <a:ext cx="10156596" cy="45932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= “chatgpt.com"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print(website)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assigning a new value to website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= “claude.com"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print(website)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chatgpt.com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claude.com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115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D067-3023-DEC0-B81B-33AC455C6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 multiple values to multiple variables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03098-37D3-7CAB-4757-F807F9C55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388" y="1593130"/>
            <a:ext cx="10373412" cy="458383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b, c = 5, 3.2, "Hello" 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(a)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(b) 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(c)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971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8F0F2-164D-27F2-3A68-BF558A47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the same value to multiple variables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06EF-856D-1889-55C5-2DD93C65C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345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x = y = z = "same" </a:t>
            </a:r>
          </a:p>
          <a:p>
            <a:r>
              <a:rPr lang="en-US" dirty="0">
                <a:solidFill>
                  <a:srgbClr val="FF0000"/>
                </a:solidFill>
              </a:rPr>
              <a:t>print (x)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print (y) </a:t>
            </a:r>
          </a:p>
          <a:p>
            <a:r>
              <a:rPr lang="en-US" dirty="0">
                <a:solidFill>
                  <a:srgbClr val="FF0000"/>
                </a:solidFill>
              </a:rPr>
              <a:t>print (z)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306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E23A-BC32-64C8-DA2B-002D1FDD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7BDCC-CD3F-F035-F664-1458052C8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240" y="1338606"/>
            <a:ext cx="10354559" cy="48383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statement is an instruction that a Python interpreter can execute. </a:t>
            </a:r>
            <a:r>
              <a:rPr lang="en-US" dirty="0">
                <a:solidFill>
                  <a:srgbClr val="FF0000"/>
                </a:solidFill>
              </a:rPr>
              <a:t>Python statement ends with the token NEWLINE character. </a:t>
            </a:r>
          </a:p>
          <a:p>
            <a:pPr>
              <a:lnSpc>
                <a:spcPct val="150000"/>
              </a:lnSpc>
            </a:pPr>
            <a:r>
              <a:rPr lang="en-US" dirty="0"/>
              <a:t>It means each line in a Python script is a statement.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Example: </a:t>
            </a:r>
            <a:r>
              <a:rPr lang="en-US" dirty="0"/>
              <a:t>a = 10 is an assignment statement. where a is a variable name and 10 is its value. There are other kinds of statements such as if statement, for statement, while statement, etc.,</a:t>
            </a: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087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C356E-39B9-C079-5437-D1EA1163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43B43-4ED4-6540-A4BC-1075FF20C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826" y="1555423"/>
            <a:ext cx="10429973" cy="46215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mainly four types of statements in Python,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statements,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statements,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Looping statements.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489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464E-154F-11EB-6D6C-E5DC33E5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B577A-E467-87A0-1B43-5EAF58F43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447"/>
            <a:ext cx="10515600" cy="4753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Program for Statement Executions</a:t>
            </a:r>
            <a:endParaRPr lang="en-IN" b="1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statement 1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print('Hello’)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statement 2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x = 20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statement 3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print(x)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Output: Hello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20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597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0FB02-1645-F39C-0C9A-A8593F4C126E}"/>
              </a:ext>
            </a:extLst>
          </p:cNvPr>
          <p:cNvSpPr txBox="1"/>
          <p:nvPr/>
        </p:nvSpPr>
        <p:spPr>
          <a:xfrm>
            <a:off x="452487" y="480767"/>
            <a:ext cx="10699422" cy="5275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0" algn="just"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semicolons,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follows</a:t>
            </a:r>
          </a:p>
          <a:p>
            <a:pPr marL="14605" marR="0" algn="just">
              <a:buNone/>
            </a:pPr>
            <a:endParaRPr lang="en-US" sz="2800" b="1" kern="0" spc="-1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two statements in a single </a:t>
            </a: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10; b = 5</a:t>
            </a:r>
          </a:p>
          <a:p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statement 3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print('Area of rectangle:', l * b) </a:t>
            </a:r>
          </a:p>
          <a:p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Output Area of rectangle: 50 </a:t>
            </a:r>
            <a:endParaRPr lang="en-IN" sz="28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10"/>
              </a:spcBef>
              <a:buNone/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383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E6EDA-7A2C-4D39-9DC6-27C45C91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Multi-Line Statements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551D2-11D7-73BF-1D39-7CCAF5373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statement ends with the token NEWLINE character.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we can extend the statement over multiple lines using line continuation character (\). This is known as an explicit continuation.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449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0005B-F2EA-75EA-4B29-62C33A18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Multi-Line Statements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6563-65BE-444B-4A1C-752BC2490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 = 10 + 20 + \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+ 40 + \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+ 60 + 70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print(addition) # Output: 280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78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99A4-8D8A-64CB-75C1-3AAF9BD5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Python Statements in Brief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941B1-4846-DF9B-EAA8-6802CC36A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802" y="1159497"/>
            <a:ext cx="10297998" cy="5017466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Multi-Line Statements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Compound Statements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Statements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statements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pass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del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return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continue and break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84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35BC-4050-C57A-8A5F-DB106B16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599" cy="146115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Questions?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5DBDD-721A-9BC6-6698-A77ACFF2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108" y="1376313"/>
            <a:ext cx="10401692" cy="480065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We’ve seen that n = 42 is legal. What about 42 = n?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about x = y = 1?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languages every statement ends with a semicolon, ;. What happens if you put a semicolon at the end of a Python statement?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you put a period at the end of a statement?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math notation you can multiply x and y like this: XY. What happens if you try that in Python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09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51EAC-5BD3-01F4-1DBC-D355C101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666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Questions?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622D-D027-5FB5-85A8-56DDD1BDA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790"/>
            <a:ext cx="10515600" cy="5055174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volume of a sphere with radius r is . What is the volume of a sphere with radius 5?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the cover price of a book is $24.95, but bookstores get a 40% discount. Shipping costs $3 for the first copy and 75 cents for each additional copy. What is the total wholesale cost for 60 copies?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 leave my house at 6:52 am and run 1 mile at an easy pace (8:15 per mile), then 3 miles at tempo (7:12 per mile) and 1 mile at an easy pace again, what time do I get home for breakfast?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461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993</Words>
  <Application>Microsoft Office PowerPoint</Application>
  <PresentationFormat>Widescreen</PresentationFormat>
  <Paragraphs>124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Identifiers, Statements, Variables, Keywords </vt:lpstr>
      <vt:lpstr>Python Keywords </vt:lpstr>
      <vt:lpstr>Python Keywords </vt:lpstr>
      <vt:lpstr>Python Identifiers</vt:lpstr>
      <vt:lpstr>Rules for writing identifiers </vt:lpstr>
      <vt:lpstr>Rules for writing identifiers </vt:lpstr>
      <vt:lpstr>Python Variables </vt:lpstr>
      <vt:lpstr>Assigning values to Variables in Python </vt:lpstr>
      <vt:lpstr>Changing the value of a variable </vt:lpstr>
      <vt:lpstr>Assigning multiple values to multiple variables </vt:lpstr>
      <vt:lpstr>Assign the same value to multiple variables </vt:lpstr>
      <vt:lpstr>Statement </vt:lpstr>
      <vt:lpstr>Statement </vt:lpstr>
      <vt:lpstr>Statement </vt:lpstr>
      <vt:lpstr>PowerPoint Presentation</vt:lpstr>
      <vt:lpstr>Multi-Line Statements </vt:lpstr>
      <vt:lpstr>Multi-Line Statements </vt:lpstr>
      <vt:lpstr>More Python Statements in Brief   </vt:lpstr>
      <vt:lpstr>Exercise Questions?</vt:lpstr>
      <vt:lpstr>Exercise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1</cp:revision>
  <dcterms:created xsi:type="dcterms:W3CDTF">2026-07-22T06:23:39Z</dcterms:created>
  <dcterms:modified xsi:type="dcterms:W3CDTF">2026-07-22T09:37:38Z</dcterms:modified>
</cp:coreProperties>
</file>