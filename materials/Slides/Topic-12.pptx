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9164B-27D2-AD40-60F4-6932C0612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924A2F-06DE-61C6-C11F-AE0CF4C63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8F263-9878-A5E6-361A-5C5390875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0D71FF-98D7-B301-388A-E462D8485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8B3FB-E6F0-63D0-304E-F12A79DD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96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1571B-1E2F-DC7D-0CA5-36069742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D3D9F-C2BA-F4B6-68D4-6E00A670D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65CD2-480C-52ED-3F91-257482858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6CD0F-A1E1-3CFE-373E-C6A483E01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D552E-61FF-E20B-1087-6F9C875E0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502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FCD6C-9DB3-A669-1C19-A203E210FE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A9DF1F-41E4-721F-482C-2B06802F4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1BD8EA-52DE-0715-1553-C6448CAC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CC81-C647-00D7-F9E4-6A96BBDBD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9A355-B98A-0A64-8544-034EEB4BD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815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9FDD9-8284-8B9A-AFB3-4FA6873D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17780-8620-0B53-1A0C-9FDE7228BC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5B179-79CB-BECE-053F-09ACA0EAF4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651813-CBD0-8B0B-95E4-DA546DEFB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99F8F2-07DC-33B4-C171-2374EC474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8EDF60-55C9-8890-4EE9-8635135A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0236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4834-DDE4-A707-5417-5A8B80D0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9B51E-3C42-389B-39DE-7ECF834C2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06FDD-8C85-ABB9-2287-5FC6A6FAB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A11C57-B0FE-39E6-C71D-14D9B76DDB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834EC-32FA-5451-C772-CE4E0EA572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3B6C47-C8CF-009B-3765-42B5C515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F4B7F5-F6D9-8D75-330F-4D03FF674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42CDC9-C27F-39A4-1D05-A9D9202F9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7414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516F58-681E-E23B-C67A-685297BB1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F5780C-AB44-A96D-19EB-96A3F937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50B8E-E911-2C74-4873-736BF57AA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4F2DA7-9EC7-74C2-0B96-6E3F7E199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357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721030-D5BD-BF96-6B6A-D1581F52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BB523E-8302-F436-1654-513C2F865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8A2B96-FCA6-8008-E877-AEAA200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9203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D1076-20EB-EDD3-5EA5-58476DD0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4D1E3-C830-6C37-3130-1AB16F87BA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97BF9-ECF9-063C-969E-07F93A8560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D88653-75A4-1183-5BDE-629CAF55A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22BA0-6155-01C4-AF42-C6980D3FC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A537E-4301-5366-65D1-17D069623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6221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E0BE5-CA00-2762-C137-34933035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40D474-0E32-93BA-1DEB-C0472E574B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438902-E64E-7BE7-B3B1-F1BA130F3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C4C61-E3AC-F492-BDBB-C2ED46703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4FE4A-276D-0AD1-9D44-36478F57F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C5411-14F2-7466-3AEF-C952C171F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77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96DE6-8BCA-2BED-6505-49C96B568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5D1DC7-7E2A-9FD1-7AE0-0A47C3CED4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A177B-0875-FB3E-F28A-9B51EB00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763F1F-BBDA-DF51-7913-70C312EACA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89E47-7009-1A3C-2568-2DE12FB1E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2959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B2C2ED-9EC1-BC76-E10E-2B93209D4D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32AF2-3844-278C-7057-CD678D5A0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971A3-AFEE-2B1B-2FD1-050311DFA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70933-C69B-E525-891A-ADEF008B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D317E-CF95-572A-2C55-E1F0D1843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9638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36E78-9DE4-F27A-0650-7CA00B560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7CA36F-7194-A6BE-C935-74464E880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3AEEDD-B784-1077-AB83-22F4457078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B80D8-CE78-4903-902F-C98DEE44D642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BB41E-F5F3-E31F-F527-C1E43071E1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1238F-5F2C-B92C-E2A4-7A73EE4AD9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BD199-A9E8-4B93-9228-B95055AD270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20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0278D-20A1-F3D2-D339-F939F49DBD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03496-3895-BD95-8482-4420BE4162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Indexing and slicing, Operations on tuples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043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CC190-8102-3D2F-0D3A-A02C2D15B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TUPLES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05662-9785-D95F-46B9-8109AF55FC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8862"/>
            <a:ext cx="10515600" cy="467810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Tuples is exactly same as list except that it is immutable.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once we create a Tuple object, we cannot perform any changes in the object. Hence tuples are Read Only version of List.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cannot perform operations like append (), extend (), insert (), remove (), pop () and clear () on tuples.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78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9916-961B-8318-6F1E-84B447AA0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tuple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EF74D-A61F-DF03-A177-632B1C9A5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3703"/>
            <a:ext cx="10515600" cy="459326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create a tuple by writing elements separated by commas inside parenthesis (). The elements can be of same or different data types.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Syntax: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tuple_name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(“element1”, “element2”, “element3”)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9949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0DFB4-21FA-EA1C-C065-A43754226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tuple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662D6-5947-56B1-5C33-384C796A6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121790"/>
            <a:ext cx="10439400" cy="5055173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tuple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tuple1 = () #empty tuple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with one element: creation of single valued tuple, parenthesis are optional, should end with comma.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tuple2 = (10,)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with different type of elements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i.e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heterogeneous objects are allowed.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tuple3 = (10, 20, -30, -40.5, ‘Vijayawada’, ‘NEWDELHI’)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with only one type of elements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tuple4 = (10, 20, 30) #tuple with integers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with no braces 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tuple5 = 1, 2, 3, 4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8066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95733-3DF1-EE80-676C-5FCE51AF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Creating a Tuple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387A9-6C5D-1A00-5B5D-02D2D2C0C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0388" y="1300899"/>
            <a:ext cx="10373412" cy="487606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Empty tuple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 = ()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Tuple with elements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 = (1, 2, 3)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Tuple without parentheses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 = 4, 5, 6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Single-element tuple (comma is required)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t4 = (10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1754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8F6A5-4A56-E647-F4AF-0813B182D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Elements</a:t>
            </a:r>
            <a:b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B7491-A6CE-0201-6C37-0DF9B2CF51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("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"banana", "cherry")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(t[0])    #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(t[-1])   # cherry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47027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DE21F-1EA7-1770-FBB3-47203EB18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Slicing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0E98DF-B655-C829-D6BD-89EBBC18CB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(10, 20, 30, 40, 50)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(t[1:4])   # (20, 30, 40)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(t[:3])    # (10, 20, 30)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(t[2:])    # (30, 40, 50)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35011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EE6E8-04BE-2DA7-600D-69AFD454D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79C19-D425-6F0B-8D68-66E9F33D9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= (1, 2, 3)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= (4, 5)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 + b)      # (1, 2, 3, 4, 5)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 * 2)      # (1, 2, 3, 1, 2, 3)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1286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52725-5178-FCDF-C7A9-CA15550BD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A5C21C-C235-9C8B-E57D-57DE4140E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(1, 2, 3, 2, 4)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t.count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(2))   # 2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t.index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(3))   # 2</a:t>
            </a:r>
          </a:p>
        </p:txBody>
      </p:sp>
    </p:spTree>
    <p:extLst>
      <p:ext uri="{BB962C8B-B14F-4D97-AF65-F5344CB8AC3E}">
        <p14:creationId xmlns:p14="http://schemas.microsoft.com/office/powerpoint/2010/main" val="34111510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07DC-FF29-45C3-2F09-B899BF452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Packing and Unpacking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6EB89C-F66E-18EF-3402-0E395B30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Packing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("John", 20, "CS")</a:t>
            </a: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Unpacking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age, course = student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print(name)    # John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print(age)     # 20</a:t>
            </a: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print(course)  # CS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928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B4C55-DC22-600B-74FC-4D3CA2F54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Nested Tuples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64B9D-CFBF-8AA1-45EC-A3AD33C3A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((1, 2), (3, 4), (5, 6))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(t[1])      # (3, 4)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(t[1][0])   # 3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73581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E958-5ABD-6E69-0932-DD3E868D6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 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5C0FC-3A2A-A69E-A682-D7E3361793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(10, 20, 30)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print(20 in t)      # True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print(40 not in t)  # True</a:t>
            </a:r>
          </a:p>
        </p:txBody>
      </p:sp>
    </p:spTree>
    <p:extLst>
      <p:ext uri="{BB962C8B-B14F-4D97-AF65-F5344CB8AC3E}">
        <p14:creationId xmlns:p14="http://schemas.microsoft.com/office/powerpoint/2010/main" val="6820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DEC6D-440E-EF1B-76DB-B27A6C7E2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520A6-49A2-455A-F75B-0B7430D52C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= (5, 2, 8, 1)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(t))   # 4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(max(t))   # 8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(min(t))   # 1</a:t>
            </a:r>
          </a:p>
          <a:p>
            <a:pPr marL="0" indent="0">
              <a:buNone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(t))   # 16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686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FA94C-A977-E907-D26D-1C68ACC4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Tuple vs List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960C636-767D-C3F0-1BAF-30D05217E9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619087"/>
              </p:ext>
            </p:extLst>
          </p:nvPr>
        </p:nvGraphicFramePr>
        <p:xfrm>
          <a:off x="1041660" y="1517715"/>
          <a:ext cx="10515600" cy="4223206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36192125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9984483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5657213"/>
                    </a:ext>
                  </a:extLst>
                </a:gridCol>
              </a:tblGrid>
              <a:tr h="562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Feature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Tuple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List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1506321"/>
                  </a:ext>
                </a:extLst>
              </a:tr>
              <a:tr h="562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Syntax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(1, 2, 3)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[1, 2, 3]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9831680"/>
                  </a:ext>
                </a:extLst>
              </a:tr>
              <a:tr h="562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Mutable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 No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Yes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91791006"/>
                  </a:ext>
                </a:extLst>
              </a:tr>
              <a:tr h="985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Methods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Few (count(), index())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Many (append(), remove(), etc.)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0115565"/>
                  </a:ext>
                </a:extLst>
              </a:tr>
              <a:tr h="56284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Performance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Faster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Slightly slower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9292685"/>
                  </a:ext>
                </a:extLst>
              </a:tr>
              <a:tr h="9859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Can be dictionary key</a:t>
                      </a:r>
                      <a:endParaRPr lang="en-IN" sz="2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Yes (if elements are immutable)</a:t>
                      </a: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 No</a:t>
                      </a:r>
                      <a:endPara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23132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75042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5BAB7-756F-B67B-C539-1B126DFEE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570" y="1"/>
            <a:ext cx="10590230" cy="1690688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700398-9870-B561-7185-74D087D5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570" y="1234912"/>
            <a:ext cx="10401693" cy="4762942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Student information stored in a tuple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= ("Alice", 21, "Computer Science")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print("Name:", student[0])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print("Age:", student[1])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print("Course:", student[2])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 Unpacking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name, age, course = student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print(f"{name} is {age} years old and studies {course}.")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B70C1F5-3F97-AC78-2362-5A64DC5E6C4B}"/>
              </a:ext>
            </a:extLst>
          </p:cNvPr>
          <p:cNvSpPr/>
          <p:nvPr/>
        </p:nvSpPr>
        <p:spPr>
          <a:xfrm>
            <a:off x="7032396" y="1131217"/>
            <a:ext cx="4769963" cy="317683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Name: Alice</a:t>
            </a:r>
          </a:p>
          <a:p>
            <a:pPr algn="ctr"/>
            <a:r>
              <a:rPr lang="en-US" dirty="0"/>
              <a:t>Age: 21</a:t>
            </a:r>
          </a:p>
          <a:p>
            <a:pPr algn="ctr"/>
            <a:r>
              <a:rPr lang="en-US" dirty="0"/>
              <a:t>Course: Computer Science</a:t>
            </a:r>
          </a:p>
          <a:p>
            <a:pPr algn="ctr"/>
            <a:r>
              <a:rPr lang="en-US" dirty="0"/>
              <a:t>Alice is 21 years old and studies Computer Science.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173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</Words>
  <Application>Microsoft Office PowerPoint</Application>
  <PresentationFormat>Widescreen</PresentationFormat>
  <Paragraphs>110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Tuples</vt:lpstr>
      <vt:lpstr>TUPLES </vt:lpstr>
      <vt:lpstr>Creating tuple </vt:lpstr>
      <vt:lpstr>Creating tuple </vt:lpstr>
      <vt:lpstr>Creating a Tuple </vt:lpstr>
      <vt:lpstr>Accessing Elements </vt:lpstr>
      <vt:lpstr>Slicing</vt:lpstr>
      <vt:lpstr>Tuple Operations</vt:lpstr>
      <vt:lpstr>Tuple Methods</vt:lpstr>
      <vt:lpstr>Packing and Unpacking</vt:lpstr>
      <vt:lpstr>Nested Tuples</vt:lpstr>
      <vt:lpstr>Membership Test</vt:lpstr>
      <vt:lpstr>Built-in Functions</vt:lpstr>
      <vt:lpstr>Tuple vs List</vt:lpstr>
      <vt:lpstr>Example Program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1</cp:revision>
  <dcterms:created xsi:type="dcterms:W3CDTF">2026-08-12T05:15:18Z</dcterms:created>
  <dcterms:modified xsi:type="dcterms:W3CDTF">2026-08-12T05:15:42Z</dcterms:modified>
</cp:coreProperties>
</file>